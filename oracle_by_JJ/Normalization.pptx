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257F675-728B-4BE8-B7E9-5E5AE3AD0B3F}" type="datetimeFigureOut">
              <a:rPr lang="en-US" smtClean="0"/>
              <a:pPr/>
              <a:t>19/09/2019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A2B85D9-155D-4BE3-89B6-BE78C5DC5F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524000"/>
            <a:ext cx="6477000" cy="1219200"/>
          </a:xfrm>
        </p:spPr>
        <p:txBody>
          <a:bodyPr/>
          <a:lstStyle/>
          <a:p>
            <a:pPr algn="ctr"/>
            <a:r>
              <a:rPr lang="en-US" b="1" dirty="0" smtClean="0"/>
              <a:t>Normalization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is Normalization?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Normalization is a database design technique which organizes tables in a manner that reduces redundancy and dependency of data.</a:t>
            </a:r>
          </a:p>
          <a:p>
            <a:endParaRPr lang="en-US" dirty="0" smtClean="0"/>
          </a:p>
          <a:p>
            <a:r>
              <a:rPr lang="en-US" dirty="0" smtClean="0"/>
              <a:t>It divides larger tables to smaller tables and links them using relationships.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normal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8674" name="Picture 2" descr="https://www.guru99.com/images/NormalizationTabl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1" y="1752600"/>
            <a:ext cx="8153400" cy="411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Database Normal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1NF (First Normal Form) Rules</a:t>
            </a:r>
          </a:p>
          <a:p>
            <a:r>
              <a:rPr lang="en-US" dirty="0" smtClean="0"/>
              <a:t>Each table cell should contain a single value.</a:t>
            </a:r>
          </a:p>
          <a:p>
            <a:r>
              <a:rPr lang="en-US" dirty="0" smtClean="0"/>
              <a:t>Each record needs to be unique.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1NF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9698" name="Picture 2" descr="What is Normalization? 1NF, 2NF, 3NF &amp; BCNF with Exampl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324440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2NF (Second Normal Form)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Rule 1- Be in 1NF</a:t>
            </a:r>
          </a:p>
          <a:p>
            <a:r>
              <a:rPr lang="en-US" dirty="0" smtClean="0"/>
              <a:t>Rule 2- Single Column Primary Key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9698" name="Picture 2" descr="What is Normalization? 1NF, 2NF, 3NF &amp; BCNF with Exampl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324440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2NF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905000"/>
            <a:ext cx="8153400" cy="4495800"/>
          </a:xfrm>
        </p:spPr>
        <p:txBody>
          <a:bodyPr/>
          <a:lstStyle/>
          <a:p>
            <a:pPr lvl="6"/>
            <a:endParaRPr lang="en-US" dirty="0" smtClean="0"/>
          </a:p>
          <a:p>
            <a:pPr lvl="6"/>
            <a:endParaRPr lang="en-US" dirty="0" smtClean="0"/>
          </a:p>
          <a:p>
            <a:pPr lvl="6"/>
            <a:endParaRPr lang="en-US" dirty="0" smtClean="0"/>
          </a:p>
          <a:p>
            <a:pPr lvl="8">
              <a:buNone/>
            </a:pPr>
            <a:endParaRPr lang="en-US" dirty="0"/>
          </a:p>
        </p:txBody>
      </p:sp>
      <p:pic>
        <p:nvPicPr>
          <p:cNvPr id="30722" name="Picture 2" descr="What is Normalization? 1NF, 2NF, 3NF &amp; BCNF with Exampl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057400"/>
            <a:ext cx="8305800" cy="1143000"/>
          </a:xfrm>
          <a:prstGeom prst="rect">
            <a:avLst/>
          </a:prstGeom>
          <a:noFill/>
        </p:spPr>
      </p:pic>
      <p:pic>
        <p:nvPicPr>
          <p:cNvPr id="30724" name="Picture 4" descr="What is Normalization? 1NF, 2NF, 3NF &amp; BCNF with Exampl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3810000"/>
            <a:ext cx="7669497" cy="2438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What are transitive functional dependencies?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transitive functional dependency is when changing a non-key column, might cause any of the other non-key columns to change</a:t>
            </a:r>
            <a:endParaRPr lang="en-US" dirty="0"/>
          </a:p>
        </p:txBody>
      </p:sp>
      <p:pic>
        <p:nvPicPr>
          <p:cNvPr id="32770" name="Picture 2" descr="https://www.guru99.com/images/transitive_functional_dependenci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581400"/>
            <a:ext cx="7467600" cy="205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3NF (Third Normal Form)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Rule 1- Be in 2NF</a:t>
            </a:r>
          </a:p>
          <a:p>
            <a:r>
              <a:rPr lang="en-US" dirty="0" smtClean="0"/>
              <a:t>Rule 2- Has no transitive functional dependencies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move our 2NF table into 3NF, we again need to again divide our table.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 descr="https://www.guru99.com/images/2NFTabl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381000"/>
            <a:ext cx="9000827" cy="1524000"/>
          </a:xfrm>
          <a:prstGeom prst="rect">
            <a:avLst/>
          </a:prstGeom>
          <a:noFill/>
        </p:spPr>
      </p:pic>
      <p:pic>
        <p:nvPicPr>
          <p:cNvPr id="36870" name="Picture 6" descr="https://www.guru99.com/images/2NFTable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209800"/>
            <a:ext cx="5703376" cy="1828800"/>
          </a:xfrm>
          <a:prstGeom prst="rect">
            <a:avLst/>
          </a:prstGeom>
          <a:noFill/>
        </p:spPr>
      </p:pic>
      <p:pic>
        <p:nvPicPr>
          <p:cNvPr id="36872" name="Picture 8" descr="https://www.guru99.com/images/2NFTable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4572000"/>
            <a:ext cx="5715000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There are no transitive functional dependencies, and hence our table is in 3NF</a:t>
            </a:r>
          </a:p>
          <a:p>
            <a:r>
              <a:rPr lang="en-US" dirty="0" smtClean="0"/>
              <a:t>In Table 3 Salutation ID is primary key, and in Table 1 Salutation ID is foreign to primary key in Table 3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41</TotalTime>
  <Words>190</Words>
  <Application>Microsoft Office PowerPoint</Application>
  <PresentationFormat>On-screen Show (4:3)</PresentationFormat>
  <Paragraphs>28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Median</vt:lpstr>
      <vt:lpstr>Normalization</vt:lpstr>
      <vt:lpstr>What is Normalization?</vt:lpstr>
      <vt:lpstr>Not normal table</vt:lpstr>
      <vt:lpstr>Database Normal Forms</vt:lpstr>
      <vt:lpstr>1NF solution</vt:lpstr>
      <vt:lpstr>2NF (Second Normal Form) Rules</vt:lpstr>
      <vt:lpstr>1nf</vt:lpstr>
      <vt:lpstr>2NF solution</vt:lpstr>
      <vt:lpstr>What are transitive functional dependencies?</vt:lpstr>
      <vt:lpstr>3NF (Third Normal Form) Rules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</dc:title>
  <dc:creator>PC</dc:creator>
  <cp:lastModifiedBy>PC</cp:lastModifiedBy>
  <cp:revision>11</cp:revision>
  <dcterms:created xsi:type="dcterms:W3CDTF">2019-09-19T03:53:25Z</dcterms:created>
  <dcterms:modified xsi:type="dcterms:W3CDTF">2019-09-19T04:35:54Z</dcterms:modified>
</cp:coreProperties>
</file>