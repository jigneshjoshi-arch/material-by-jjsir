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0C757B7-0A66-44DE-B683-F1DA84E5156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13776B2-EB73-4F4D-8CF7-1E58756FD65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7290" y="1571612"/>
            <a:ext cx="6477000" cy="1828800"/>
          </a:xfrm>
        </p:spPr>
        <p:txBody>
          <a:bodyPr/>
          <a:lstStyle/>
          <a:p>
            <a:pPr algn="ctr"/>
            <a:r>
              <a:rPr lang="en-US" dirty="0" smtClean="0"/>
              <a:t>Oracle Snapshot Examples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 Snapshot in Oracle?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 snapshot is a read-only or periodically refreshed copy of data.</a:t>
            </a:r>
          </a:p>
          <a:p>
            <a:r>
              <a:rPr lang="en-US" smtClean="0"/>
              <a:t>Used for:</a:t>
            </a:r>
          </a:p>
          <a:p>
            <a:r>
              <a:rPr lang="en-US" smtClean="0"/>
              <a:t>• Data replication</a:t>
            </a:r>
          </a:p>
          <a:p>
            <a:r>
              <a:rPr lang="en-US" smtClean="0"/>
              <a:t>• Reporting</a:t>
            </a:r>
          </a:p>
          <a:p>
            <a:r>
              <a:rPr lang="en-US" smtClean="0"/>
              <a:t>• Disaster recovery</a:t>
            </a:r>
          </a:p>
          <a:p>
            <a:r>
              <a:rPr lang="en-US" smtClean="0"/>
              <a:t>• Historical analysis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Database Snapshot (Materialized View)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CREATE SNAPSHOT scott.snap_employees</a:t>
            </a:r>
          </a:p>
          <a:p>
            <a:r>
              <a:rPr lang="en-US" smtClean="0"/>
              <a:t>AS</a:t>
            </a:r>
          </a:p>
          <a:p>
            <a:r>
              <a:rPr lang="en-US" smtClean="0"/>
              <a:t>SELECT emp.empno, emp.ename</a:t>
            </a:r>
          </a:p>
          <a:p>
            <a:r>
              <a:rPr lang="en-US" smtClean="0"/>
              <a:t>FROM scott.emp@dbs1.acme.com;</a:t>
            </a:r>
          </a:p>
          <a:p>
            <a:endParaRPr lang="en-US" smtClean="0"/>
          </a:p>
          <a:p>
            <a:r>
              <a:rPr lang="en-US" smtClean="0"/>
              <a:t>• Retrieves data from a remote emp table.</a:t>
            </a:r>
          </a:p>
          <a:p>
            <a:r>
              <a:rPr lang="en-US" smtClean="0"/>
              <a:t>• Can be refreshed using: FAST, COMPLETE, or FORCE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Refreshing Snapshots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START WITH: defines first refresh time</a:t>
            </a:r>
          </a:p>
          <a:p>
            <a:r>
              <a:rPr lang="en-US" smtClean="0"/>
              <a:t>NEXT: defines the interval between refreshes</a:t>
            </a:r>
          </a:p>
          <a:p>
            <a:r>
              <a:rPr lang="en-US" smtClean="0"/>
              <a:t>Useful for scheduled reporting and data syncing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Table-Level Snapshots (Manual)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INSERT INTO COL_SNAPSHOT (SNAPSHOT_DATE, ...)</a:t>
            </a:r>
          </a:p>
          <a:p>
            <a:r>
              <a:rPr lang="en-US" smtClean="0"/>
              <a:t>SELECT sysdate, ...</a:t>
            </a:r>
          </a:p>
          <a:p>
            <a:r>
              <a:rPr lang="en-US" smtClean="0"/>
              <a:t>FROM COL;</a:t>
            </a:r>
          </a:p>
          <a:p>
            <a:endParaRPr lang="en-US" smtClean="0"/>
          </a:p>
          <a:p>
            <a:r>
              <a:rPr lang="en-US" smtClean="0"/>
              <a:t>• Stores data state at a point in time</a:t>
            </a:r>
          </a:p>
          <a:p>
            <a:r>
              <a:rPr lang="en-US" smtClean="0"/>
              <a:t>• Can be done monthly, weekly, etc.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Snapshot Standby Database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mtClean="0"/>
              <a:t>ALTER DATABASE RECOVER MANAGED STANDBY DATABASE CANCEL;</a:t>
            </a:r>
          </a:p>
          <a:p>
            <a:endParaRPr lang="en-US" smtClean="0"/>
          </a:p>
          <a:p>
            <a:r>
              <a:rPr lang="en-US" smtClean="0"/>
              <a:t>• Updatable standby database</a:t>
            </a:r>
          </a:p>
          <a:p>
            <a:r>
              <a:rPr lang="en-US" smtClean="0"/>
              <a:t>• Steps:</a:t>
            </a:r>
          </a:p>
          <a:p>
            <a:r>
              <a:rPr lang="en-US" smtClean="0"/>
              <a:t>  1. Cancel managed recovery</a:t>
            </a:r>
          </a:p>
          <a:p>
            <a:r>
              <a:rPr lang="en-US" smtClean="0"/>
              <a:t>  2. Mount the database</a:t>
            </a:r>
          </a:p>
          <a:p>
            <a:r>
              <a:rPr lang="en-US" smtClean="0"/>
              <a:t>  3. Apply local updates</a:t>
            </a:r>
          </a:p>
          <a:p>
            <a:r>
              <a:rPr lang="en-US" smtClean="0"/>
              <a:t>• Changes discarded when reverted to physical standby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Flashback Table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FLASHBACK TABLE employees TO SCN 3254648;</a:t>
            </a:r>
          </a:p>
          <a:p>
            <a:endParaRPr lang="en-US" smtClean="0"/>
          </a:p>
          <a:p>
            <a:r>
              <a:rPr lang="en-US" smtClean="0"/>
              <a:t>• Restores table to a previous state</a:t>
            </a:r>
          </a:p>
          <a:p>
            <a:r>
              <a:rPr lang="en-US" smtClean="0"/>
              <a:t>• Requires row movement enabled and sufficient undo data</a:t>
            </a:r>
          </a:p>
          <a:p>
            <a:r>
              <a:rPr lang="en-US" smtClean="0"/>
              <a:t>• Useful for accidental data recovery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</TotalTime>
  <Words>210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Median</vt:lpstr>
      <vt:lpstr>Oracle Snapshot Examples</vt:lpstr>
      <vt:lpstr>What is a Snapshot in Oracle?</vt:lpstr>
      <vt:lpstr>Database Snapshot (Materialized View)</vt:lpstr>
      <vt:lpstr>Refreshing Snapshots</vt:lpstr>
      <vt:lpstr>Table-Level Snapshots (Manual)</vt:lpstr>
      <vt:lpstr>Snapshot Standby Database</vt:lpstr>
      <vt:lpstr>Flashback Table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Snapshot Examples</dc:title>
  <dc:creator>PC</dc:creator>
  <cp:lastModifiedBy>PC</cp:lastModifiedBy>
  <cp:revision>3</cp:revision>
  <dcterms:created xsi:type="dcterms:W3CDTF">2025-08-29T04:07:35Z</dcterms:created>
  <dcterms:modified xsi:type="dcterms:W3CDTF">2025-08-29T04:09:45Z</dcterms:modified>
</cp:coreProperties>
</file>