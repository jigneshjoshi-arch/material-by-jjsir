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8224233-93BD-4C34-9369-8CE3171570E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C0E63C6-4BB4-4F48-9C5F-5D5A6FA39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290" y="1500174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SQL </a:t>
            </a:r>
            <a:r>
              <a:rPr lang="en-US" dirty="0" err="1" smtClean="0"/>
              <a:t>vs</a:t>
            </a:r>
            <a:r>
              <a:rPr lang="en-US" dirty="0" smtClean="0"/>
              <a:t> PL/SQL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214282" y="1643050"/>
          <a:ext cx="734072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127"/>
                <a:gridCol w="2717800"/>
                <a:gridCol w="271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SQL (Structured Query Language)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PL/SQL (Procedural Language/SQL)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Definition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Declarative language for querying and manipulating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Procedural extension of SQL for programming logic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to perform single operations like SELECT, 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to write full programs with logic and control flow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Execution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Executes one statement at a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Executes a block of statements together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Variables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Supports variables, constants, and data types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Control Structures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loops, conditionals (IF, WHILE, FOR)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7479665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065"/>
                <a:gridCol w="2717800"/>
                <a:gridCol w="271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SQL (Structured Query Language)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PL/SQL (Procedural Language/SQL)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Error Handling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Robust exception handling </a:t>
                      </a:r>
                      <a:r>
                        <a:rPr lang="en-US"/>
                        <a:t>with </a:t>
                      </a:r>
                      <a:r>
                        <a:rPr lang="en-US" smtClean="0"/>
                        <a:t>EXCEPTION like </a:t>
                      </a:r>
                      <a:r>
                        <a:rPr lang="en-US" dirty="0"/>
                        <a:t>blocks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Interaction with DB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Directly interacts with the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Uses SQL internally but doesn’t directly interact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Use Cases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retrieval, manipulation, schema 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Writing procedures, functions, triggers, packages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Orientation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Application-oriented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Higher network traffic due to single statements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traffic; executes multiple statements in one block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</TotalTime>
  <Words>163</Words>
  <Application>Microsoft Office PowerPoint</Application>
  <PresentationFormat>On-screen Show (4:3)</PresentationFormat>
  <Paragraphs>37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SQL vs PL/SQL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vs PL/SQL</dc:title>
  <dc:creator>PC</dc:creator>
  <cp:lastModifiedBy>PC</cp:lastModifiedBy>
  <cp:revision>2</cp:revision>
  <dcterms:created xsi:type="dcterms:W3CDTF">2025-08-06T02:49:45Z</dcterms:created>
  <dcterms:modified xsi:type="dcterms:W3CDTF">2025-08-06T03:57:42Z</dcterms:modified>
</cp:coreProperties>
</file>