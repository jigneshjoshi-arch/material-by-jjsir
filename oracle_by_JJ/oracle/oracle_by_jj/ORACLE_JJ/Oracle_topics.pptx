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F7BA86F-A1DA-4265-AC11-F33936E6C8F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327E17C-520E-4685-80BC-5D316C7552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042" y="1785926"/>
            <a:ext cx="5000660" cy="1214446"/>
          </a:xfrm>
        </p:spPr>
        <p:txBody>
          <a:bodyPr/>
          <a:lstStyle/>
          <a:p>
            <a:r>
              <a:rPr lang="en-US" dirty="0" smtClean="0"/>
              <a:t>Oracle Synonyms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Definition, Types, Syntax &amp; Example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Synonym?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 Synonym is an alias for a database object like a table or view.</a:t>
            </a:r>
          </a:p>
          <a:p>
            <a:r>
              <a:rPr lang="en-US" smtClean="0"/>
              <a:t>• Simplifies access and hides original object names or locations.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Use Synonyms?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Avoids long object names</a:t>
            </a:r>
          </a:p>
          <a:p>
            <a:r>
              <a:rPr lang="en-US" smtClean="0"/>
              <a:t>• Provides location transparency</a:t>
            </a:r>
          </a:p>
          <a:p>
            <a:r>
              <a:rPr lang="en-US" smtClean="0"/>
              <a:t>• Helps in cross-schema access</a:t>
            </a:r>
          </a:p>
          <a:p>
            <a:r>
              <a:rPr lang="en-US" smtClean="0"/>
              <a:t>• Simplifies SQL statements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Synonyms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Private Synonym – Created by and visible only to the user.</a:t>
            </a:r>
          </a:p>
          <a:p>
            <a:r>
              <a:rPr lang="en-US" smtClean="0"/>
              <a:t>2. Public Synonym – Created using PUBLIC, available to all users.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– Private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SYNONYM synonym_name FOR object_name;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CREATE SYNONYM emp_syn FOR scott.emp;</a:t>
            </a:r>
          </a:p>
          <a:p>
            <a:r>
              <a:rPr lang="en-US" smtClean="0"/>
              <a:t>SELECT * FROM emp_syn;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– Public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PUBLIC SYNONYM synonym_name FOR object_name;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CREATE PUBLIC SYNONYM dept_syn FOR hr.departments;</a:t>
            </a:r>
          </a:p>
          <a:p>
            <a:r>
              <a:rPr lang="en-US" smtClean="0"/>
              <a:t>SELECT * FROM dept_syn;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Dropping a Synonym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DROP [PUBLIC] SYNONYM synonym_name;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DROP SYNONYM emp_syn;</a:t>
            </a:r>
          </a:p>
          <a:p>
            <a:r>
              <a:rPr lang="en-US" smtClean="0"/>
              <a:t>DROP PUBLIC SYNONYM dept_syn;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Notes – Synonyms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Synonyms don’t store data</a:t>
            </a:r>
          </a:p>
          <a:p>
            <a:r>
              <a:rPr lang="en-US" smtClean="0"/>
              <a:t>• Dropping a synonym doesn’t affect the base object</a:t>
            </a:r>
          </a:p>
          <a:p>
            <a:r>
              <a:rPr lang="en-US" smtClean="0"/>
              <a:t>• Useful in dynamic systems</a:t>
            </a:r>
          </a:p>
          <a:p>
            <a:r>
              <a:rPr lang="en-US" smtClean="0"/>
              <a:t>• Public synonyms require DBA rights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3108" y="1643050"/>
            <a:ext cx="5000660" cy="1428760"/>
          </a:xfrm>
        </p:spPr>
        <p:txBody>
          <a:bodyPr/>
          <a:lstStyle/>
          <a:p>
            <a:r>
              <a:rPr lang="en-US" dirty="0" smtClean="0"/>
              <a:t>Database Links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Definition, Types, Syntax &amp; Example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Database Link?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 Database Link (DB Link) allows one Oracle database to access objects in another.</a:t>
            </a:r>
          </a:p>
          <a:p>
            <a:r>
              <a:rPr lang="en-US" smtClean="0"/>
              <a:t>• Enables cross-database queries.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Database Links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Private DB Link – Only creator can use</a:t>
            </a:r>
          </a:p>
          <a:p>
            <a:r>
              <a:rPr lang="en-US" smtClean="0"/>
              <a:t>2. Public DB Link – Accessible to all users</a:t>
            </a:r>
          </a:p>
          <a:p>
            <a:r>
              <a:rPr lang="en-US" smtClean="0"/>
              <a:t>3. Global DB Link – Used with Oracle Names service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&amp; Example – DB Link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DATABASE LINK link_name</a:t>
            </a:r>
          </a:p>
          <a:p>
            <a:r>
              <a:rPr lang="en-US" smtClean="0"/>
              <a:t>CONNECT TO user IDENTIFIED BY password</a:t>
            </a:r>
          </a:p>
          <a:p>
            <a:r>
              <a:rPr lang="en-US" smtClean="0"/>
              <a:t>USING 'tns_service';</a:t>
            </a:r>
          </a:p>
          <a:p>
            <a:endParaRPr lang="en-US" smtClean="0"/>
          </a:p>
          <a:p>
            <a:r>
              <a:rPr lang="en-US" smtClean="0"/>
              <a:t>Example:</a:t>
            </a:r>
          </a:p>
          <a:p>
            <a:r>
              <a:rPr lang="en-US" smtClean="0"/>
              <a:t>CREATE DATABASE LINK hr_link</a:t>
            </a:r>
          </a:p>
          <a:p>
            <a:r>
              <a:rPr lang="en-US" smtClean="0"/>
              <a:t>CONNECT TO hr IDENTIFIED BY hrpwd</a:t>
            </a:r>
          </a:p>
          <a:p>
            <a:r>
              <a:rPr lang="en-US" smtClean="0"/>
              <a:t>USING 'orcl';</a:t>
            </a:r>
          </a:p>
          <a:p>
            <a:r>
              <a:rPr lang="en-US" smtClean="0"/>
              <a:t>SELECT * FROM employees@hr_link;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52" y="1571612"/>
            <a:ext cx="6477000" cy="1828800"/>
          </a:xfrm>
        </p:spPr>
        <p:txBody>
          <a:bodyPr/>
          <a:lstStyle/>
          <a:p>
            <a:r>
              <a:rPr lang="en-US" dirty="0" smtClean="0"/>
              <a:t>Cluster in Oracle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Definition, Types, Syntax &amp; Example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Cluster?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 Cluster allows multiple tables to be stored together based on a common key.</a:t>
            </a:r>
          </a:p>
          <a:p>
            <a:r>
              <a:rPr lang="en-US" smtClean="0"/>
              <a:t>• Improves performance of joins and storage.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Clusters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Indexed Cluster – Uses an index for access</a:t>
            </a:r>
          </a:p>
          <a:p>
            <a:r>
              <a:rPr lang="en-US" smtClean="0"/>
              <a:t>2. Hash Cluster – Uses a hash function to locate rows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&amp; Example – Cluster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CLUSTER emp_dept_cluster (deptno NUMBER);</a:t>
            </a:r>
          </a:p>
          <a:p>
            <a:r>
              <a:rPr lang="en-US" smtClean="0"/>
              <a:t>CREATE TABLE emp (...)</a:t>
            </a:r>
          </a:p>
          <a:p>
            <a:r>
              <a:rPr lang="en-US" smtClean="0"/>
              <a:t>CLUSTER emp_dept_cluster(deptno);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76" y="1214422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Snapshot (Materialized View)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Definition, Types, Syntax &amp; Example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Snapshot?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 Snapshot (Materialized View) stores the result of a query.</a:t>
            </a:r>
          </a:p>
          <a:p>
            <a:r>
              <a:rPr lang="en-US" smtClean="0"/>
              <a:t>• Can be refreshed to reflect source data changes.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Snapshots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Complete – Full rebuild of the data</a:t>
            </a:r>
          </a:p>
          <a:p>
            <a:r>
              <a:rPr lang="en-US" smtClean="0"/>
              <a:t>2. Fast – Incremental refresh using logs</a:t>
            </a:r>
          </a:p>
          <a:p>
            <a:r>
              <a:rPr lang="en-US" smtClean="0"/>
              <a:t>3. Force – Tries fast, then complete if needed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&amp; Example – Snapshot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Syntax:</a:t>
            </a:r>
          </a:p>
          <a:p>
            <a:r>
              <a:rPr lang="en-US" smtClean="0"/>
              <a:t>CREATE MATERIALIZED VIEW emp_mv</a:t>
            </a:r>
          </a:p>
          <a:p>
            <a:r>
              <a:rPr lang="en-US" smtClean="0"/>
              <a:t>REFRESH FAST</a:t>
            </a:r>
          </a:p>
          <a:p>
            <a:r>
              <a:rPr lang="en-US" smtClean="0"/>
              <a:t>AS SELECT * FROM emp;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22</TotalTime>
  <Words>488</Words>
  <Application>Microsoft Office PowerPoint</Application>
  <PresentationFormat>On-screen Show (4:3)</PresentationFormat>
  <Paragraphs>86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Median</vt:lpstr>
      <vt:lpstr>Oracle Synonyms</vt:lpstr>
      <vt:lpstr>What is a Synonym?</vt:lpstr>
      <vt:lpstr>Why Use Synonyms?</vt:lpstr>
      <vt:lpstr>Types of Synonyms</vt:lpstr>
      <vt:lpstr>Syntax – Private Synonym</vt:lpstr>
      <vt:lpstr>Syntax – Public Synonym</vt:lpstr>
      <vt:lpstr>Dropping a Synonym</vt:lpstr>
      <vt:lpstr>Key Notes – Synonyms</vt:lpstr>
      <vt:lpstr>Database Links</vt:lpstr>
      <vt:lpstr>What is a Database Link?</vt:lpstr>
      <vt:lpstr>Types of Database Links</vt:lpstr>
      <vt:lpstr>Syntax &amp; Example – DB Link</vt:lpstr>
      <vt:lpstr>Cluster in Oracle</vt:lpstr>
      <vt:lpstr>What is a Cluster?</vt:lpstr>
      <vt:lpstr>Types of Clusters</vt:lpstr>
      <vt:lpstr>Syntax &amp; Example – Cluster</vt:lpstr>
      <vt:lpstr>Snapshot (Materialized View)</vt:lpstr>
      <vt:lpstr>What is a Snapshot?</vt:lpstr>
      <vt:lpstr>Types of Snapshots</vt:lpstr>
      <vt:lpstr>Syntax &amp; Example – Snapshot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Synonyms</dc:title>
  <dc:creator>PC</dc:creator>
  <cp:lastModifiedBy>PC</cp:lastModifiedBy>
  <cp:revision>5</cp:revision>
  <dcterms:created xsi:type="dcterms:W3CDTF">2025-08-29T02:52:20Z</dcterms:created>
  <dcterms:modified xsi:type="dcterms:W3CDTF">2025-08-29T03:14:36Z</dcterms:modified>
</cp:coreProperties>
</file>