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0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A40748E-E6E1-4A06-9873-9EAC2CA32BF0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AD5316C-1D38-4898-9A99-703059CF2D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524000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Sequence:-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sequence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sequence is a set of integers that are generated in order on demand. </a:t>
            </a:r>
          </a:p>
          <a:p>
            <a:endParaRPr lang="en-US" dirty="0" smtClean="0"/>
          </a:p>
          <a:p>
            <a:r>
              <a:rPr lang="en-US" dirty="0" smtClean="0"/>
              <a:t>Sequences are frequently used in databases because many applications require each row in a table to contain a unique value and sequences provide an easy way to generate them.</a:t>
            </a:r>
          </a:p>
          <a:p>
            <a:endParaRPr lang="en-US" dirty="0" smtClean="0"/>
          </a:p>
          <a:p>
            <a:r>
              <a:rPr lang="en-US" dirty="0" smtClean="0"/>
              <a:t>Auto increment created in sequence so no need to remember field and insert data in that field </a:t>
            </a:r>
            <a:r>
              <a:rPr lang="en-US" smtClean="0"/>
              <a:t>with unique number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Different Features of </a:t>
            </a:r>
            <a:r>
              <a:rPr lang="en-US" b="1" dirty="0" smtClean="0"/>
              <a:t>Sequences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000" dirty="0" smtClean="0"/>
              <a:t>A sequence is a database object that generates and produces integer values in sequential order.</a:t>
            </a:r>
          </a:p>
          <a:p>
            <a:pPr fontAlgn="base"/>
            <a:r>
              <a:rPr lang="en-US" sz="2000" dirty="0" smtClean="0"/>
              <a:t>It automatically generates the primary key and unique key values.</a:t>
            </a:r>
          </a:p>
          <a:p>
            <a:pPr fontAlgn="base"/>
            <a:r>
              <a:rPr lang="en-US" sz="2000" dirty="0" smtClean="0"/>
              <a:t>It may be in ascending or descending order.</a:t>
            </a:r>
          </a:p>
          <a:p>
            <a:pPr fontAlgn="base"/>
            <a:r>
              <a:rPr lang="en-US" sz="2000" dirty="0" smtClean="0"/>
              <a:t>It can be used for multiple tables.</a:t>
            </a:r>
          </a:p>
          <a:p>
            <a:pPr fontAlgn="base"/>
            <a:r>
              <a:rPr lang="en-US" sz="2000" dirty="0" smtClean="0"/>
              <a:t>Sequence numbers are stored and generated independently of tables.</a:t>
            </a:r>
          </a:p>
          <a:p>
            <a:pPr fontAlgn="base"/>
            <a:r>
              <a:rPr lang="en-US" sz="2000" dirty="0" smtClean="0"/>
              <a:t>It saves time by reducing application code.</a:t>
            </a:r>
          </a:p>
          <a:p>
            <a:pPr fontAlgn="base"/>
            <a:r>
              <a:rPr lang="en-US" sz="2000" dirty="0" smtClean="0"/>
              <a:t>It is used to generate unique integers.</a:t>
            </a:r>
          </a:p>
          <a:p>
            <a:pPr fontAlgn="base"/>
            <a:r>
              <a:rPr lang="en-US" sz="2000" dirty="0" smtClean="0"/>
              <a:t>It is used to create an auto number field.</a:t>
            </a:r>
          </a:p>
          <a:p>
            <a:pPr fontAlgn="base"/>
            <a:r>
              <a:rPr lang="en-US" sz="2000" dirty="0" smtClean="0"/>
              <a:t>Useful when you need to create a unique number to act as a primary key.</a:t>
            </a:r>
          </a:p>
          <a:p>
            <a:pPr fontAlgn="base"/>
            <a:r>
              <a:rPr lang="en-US" sz="2000" dirty="0" smtClean="0"/>
              <a:t>Oracle provides an object called a Sequence that can generate numeric values. The value generated can have maximum of 38 digits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Sequences can be created, changed, and dropped with the following three SQL commands: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CREATE SEQUENCE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ALTER SEQUENCE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DROP SEQUENCE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Create sequence &lt;name&gt;</a:t>
            </a:r>
          </a:p>
          <a:p>
            <a:endParaRPr lang="en-US" dirty="0" smtClean="0"/>
          </a:p>
          <a:p>
            <a:r>
              <a:rPr lang="en-US" dirty="0" smtClean="0"/>
              <a:t>	[Start with &lt;no&gt;</a:t>
            </a:r>
          </a:p>
          <a:p>
            <a:endParaRPr lang="en-US" dirty="0" smtClean="0"/>
          </a:p>
          <a:p>
            <a:r>
              <a:rPr lang="en-US" dirty="0" smtClean="0"/>
              <a:t>	Increment by &lt;no&gt;</a:t>
            </a:r>
          </a:p>
          <a:p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Minvalue</a:t>
            </a:r>
            <a:r>
              <a:rPr lang="en-US" dirty="0" smtClean="0"/>
              <a:t> &lt;no&gt; / </a:t>
            </a:r>
            <a:r>
              <a:rPr lang="en-US" dirty="0" err="1" smtClean="0"/>
              <a:t>Nominvalue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Maxvalue</a:t>
            </a:r>
            <a:r>
              <a:rPr lang="en-US" dirty="0" smtClean="0"/>
              <a:t> &lt;no&gt; / </a:t>
            </a:r>
            <a:r>
              <a:rPr lang="en-US" dirty="0" err="1" smtClean="0"/>
              <a:t>Nomaxvalue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Cycle / </a:t>
            </a:r>
            <a:r>
              <a:rPr lang="en-US" dirty="0" err="1" smtClean="0"/>
              <a:t>Nocycle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Cache / </a:t>
            </a:r>
            <a:r>
              <a:rPr lang="en-US" dirty="0" err="1" smtClean="0"/>
              <a:t>Nocache</a:t>
            </a:r>
            <a:r>
              <a:rPr lang="en-US" dirty="0" smtClean="0"/>
              <a:t>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 sequence definition may consist of a start value, increment value, minimum value, and maximum value.</a:t>
            </a:r>
          </a:p>
          <a:p>
            <a:endParaRPr lang="en-US" dirty="0" smtClean="0"/>
          </a:p>
          <a:p>
            <a:r>
              <a:rPr lang="en-US" dirty="0" smtClean="0"/>
              <a:t>You can specify whether the sequence generator should stop when reaching a boundary value, or CYCLE the sequence numbers within the minimum/maximum range.</a:t>
            </a:r>
          </a:p>
          <a:p>
            <a:endParaRPr lang="en-US" dirty="0" smtClean="0"/>
          </a:p>
          <a:p>
            <a:r>
              <a:rPr lang="en-US" dirty="0" smtClean="0"/>
              <a:t>All sequence attributes are optional and they all have default values.</a:t>
            </a:r>
          </a:p>
          <a:p>
            <a:endParaRPr lang="en-US" dirty="0" smtClean="0"/>
          </a:p>
          <a:p>
            <a:r>
              <a:rPr lang="en-US" dirty="0" smtClean="0"/>
              <a:t>Each sequence has two columns: NEXTVAL and CURRVAL.</a:t>
            </a:r>
          </a:p>
          <a:p>
            <a:endParaRPr lang="en-US" dirty="0" smtClean="0"/>
          </a:p>
          <a:p>
            <a:r>
              <a:rPr lang="en-US" dirty="0" smtClean="0"/>
              <a:t>NEXTVAL is use for </a:t>
            </a:r>
            <a:r>
              <a:rPr lang="en-US" dirty="0" err="1" smtClean="0"/>
              <a:t>nextvalue</a:t>
            </a:r>
            <a:r>
              <a:rPr lang="en-US" dirty="0" smtClean="0"/>
              <a:t> in sequence while CURRVAL use for current value of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</TotalTime>
  <Words>304</Words>
  <Application>Microsoft Office PowerPoint</Application>
  <PresentationFormat>On-screen Show (4:3)</PresentationFormat>
  <Paragraphs>48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Median</vt:lpstr>
      <vt:lpstr>Sequence:-</vt:lpstr>
      <vt:lpstr>What is sequence :-</vt:lpstr>
      <vt:lpstr>Different Features of Sequences</vt:lpstr>
      <vt:lpstr>Slide 4</vt:lpstr>
      <vt:lpstr>Syntax:-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Sequence:-</dc:title>
  <dc:creator>jj</dc:creator>
  <cp:lastModifiedBy>PC</cp:lastModifiedBy>
  <cp:revision>10</cp:revision>
  <dcterms:created xsi:type="dcterms:W3CDTF">2018-07-12T14:54:22Z</dcterms:created>
  <dcterms:modified xsi:type="dcterms:W3CDTF">2024-08-06T02:27:21Z</dcterms:modified>
</cp:coreProperties>
</file>