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8114C9E-4D83-4FD3-9B3E-D1AF428D20A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0E2C2A-7A86-48DA-BD73-DE422B7A77B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76" y="1714488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Nested Tables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</a:t>
            </a:r>
            <a:r>
              <a:rPr lang="en-US" dirty="0" smtClean="0"/>
              <a:t> </a:t>
            </a:r>
            <a:r>
              <a:rPr lang="en-US" b="1" dirty="0" smtClean="0"/>
              <a:t>nested table</a:t>
            </a:r>
            <a:r>
              <a:rPr lang="en-US" dirty="0" smtClean="0"/>
              <a:t> is like a one-dimensional array with an </a:t>
            </a:r>
            <a:r>
              <a:rPr lang="en-US" dirty="0" smtClean="0"/>
              <a:t>number </a:t>
            </a:r>
            <a:r>
              <a:rPr lang="en-US" dirty="0" smtClean="0"/>
              <a:t>of elements.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 smtClean="0"/>
              <a:t>, a nested table differs from an array in the following aspects −</a:t>
            </a:r>
          </a:p>
          <a:p>
            <a:r>
              <a:rPr lang="en-US" dirty="0" smtClean="0"/>
              <a:t>An array has a declared number of elements, but a nested table does not. The size of a nested table can increase </a:t>
            </a:r>
            <a:r>
              <a:rPr lang="en-US" smtClean="0"/>
              <a:t>dynamically</a:t>
            </a:r>
            <a:r>
              <a:rPr lang="en-US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TYPE </a:t>
            </a:r>
            <a:r>
              <a:rPr lang="en-US" dirty="0" err="1" smtClean="0"/>
              <a:t>type_name</a:t>
            </a:r>
            <a:r>
              <a:rPr lang="en-US" dirty="0" smtClean="0"/>
              <a:t> IS TABLE OF </a:t>
            </a:r>
            <a:r>
              <a:rPr lang="en-US" dirty="0" err="1" smtClean="0"/>
              <a:t>element_type</a:t>
            </a:r>
            <a:r>
              <a:rPr lang="en-US" dirty="0" smtClean="0"/>
              <a:t> [NOT NULL]; </a:t>
            </a:r>
            <a:endParaRPr lang="en-US" dirty="0" smtClean="0"/>
          </a:p>
          <a:p>
            <a:r>
              <a:rPr lang="en-US" dirty="0" err="1" smtClean="0"/>
              <a:t>table_name</a:t>
            </a:r>
            <a:r>
              <a:rPr lang="en-US" dirty="0" smtClean="0"/>
              <a:t> </a:t>
            </a:r>
            <a:r>
              <a:rPr lang="en-US" dirty="0" err="1" smtClean="0"/>
              <a:t>type_name</a:t>
            </a:r>
            <a:r>
              <a:rPr lang="en-US" dirty="0" smtClean="0"/>
              <a:t>;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declaration is similar to the declaration of an </a:t>
            </a:r>
            <a:r>
              <a:rPr lang="en-US" b="1" dirty="0" smtClean="0"/>
              <a:t>index-by</a:t>
            </a:r>
            <a:r>
              <a:rPr lang="en-US" dirty="0" smtClean="0"/>
              <a:t> table, but there is no </a:t>
            </a:r>
            <a:r>
              <a:rPr lang="en-US" b="1" dirty="0" smtClean="0"/>
              <a:t>INDEX BY</a:t>
            </a:r>
            <a:r>
              <a:rPr lang="en-US" dirty="0" smtClean="0"/>
              <a:t> clause.</a:t>
            </a:r>
          </a:p>
          <a:p>
            <a:r>
              <a:rPr lang="en-US" dirty="0" smtClean="0"/>
              <a:t>A nested table can be stored in a database column.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can further be used for simplifying SQL operations where you join a single-column table with a larger table.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/>
              <a:t>associative array cannot be stored in the database.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</TotalTime>
  <Words>26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Nested Tables </vt:lpstr>
      <vt:lpstr>Slide 2</vt:lpstr>
      <vt:lpstr>syntax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Tables </dc:title>
  <dc:creator>PC</dc:creator>
  <cp:lastModifiedBy>PC</cp:lastModifiedBy>
  <cp:revision>2</cp:revision>
  <dcterms:created xsi:type="dcterms:W3CDTF">2025-09-11T02:55:32Z</dcterms:created>
  <dcterms:modified xsi:type="dcterms:W3CDTF">2025-09-11T02:59:18Z</dcterms:modified>
</cp:coreProperties>
</file>