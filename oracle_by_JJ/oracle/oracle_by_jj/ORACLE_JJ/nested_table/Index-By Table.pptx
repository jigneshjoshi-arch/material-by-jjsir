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2426357-817D-41AB-A255-A08CF3F4F0A0}" type="datetimeFigureOut">
              <a:rPr lang="en-US" smtClean="0"/>
              <a:pPr/>
              <a:t>10/5/2024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8CBA778-046B-487C-B97C-B3162EE150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52" y="1785926"/>
            <a:ext cx="6477000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Index-By Table or Associative array and collection methods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 </a:t>
            </a:r>
            <a:r>
              <a:rPr lang="en-US" b="1" dirty="0" smtClean="0"/>
              <a:t>index-by</a:t>
            </a:r>
            <a:r>
              <a:rPr lang="en-US" dirty="0" smtClean="0"/>
              <a:t> table (also called an </a:t>
            </a:r>
            <a:r>
              <a:rPr lang="en-US" b="1" dirty="0" smtClean="0"/>
              <a:t>associative array</a:t>
            </a:r>
            <a:r>
              <a:rPr lang="en-US" dirty="0" smtClean="0"/>
              <a:t>) is a set of </a:t>
            </a:r>
            <a:r>
              <a:rPr lang="en-US" b="1" dirty="0" smtClean="0"/>
              <a:t>key-value</a:t>
            </a:r>
            <a:r>
              <a:rPr lang="en-US" dirty="0" smtClean="0"/>
              <a:t> pairs. </a:t>
            </a:r>
          </a:p>
          <a:p>
            <a:r>
              <a:rPr lang="en-US" dirty="0" smtClean="0"/>
              <a:t>Each key is unique and is used to locate the corresponding value. The key can be either an integer or a string.</a:t>
            </a:r>
          </a:p>
          <a:p>
            <a:r>
              <a:rPr lang="en-US" dirty="0" smtClean="0"/>
              <a:t>By default associative array display data  in ascending order according to their key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An index-by table is created using the following syntax. </a:t>
            </a:r>
          </a:p>
          <a:p>
            <a:pPr fontAlgn="base"/>
            <a:r>
              <a:rPr lang="en-US" dirty="0" smtClean="0"/>
              <a:t>TYPE </a:t>
            </a:r>
            <a:r>
              <a:rPr lang="en-US" dirty="0" err="1" smtClean="0"/>
              <a:t>type</a:t>
            </a:r>
            <a:r>
              <a:rPr lang="en-US" dirty="0" smtClean="0"/>
              <a:t> IS TABLE OF element [NOT NULL]</a:t>
            </a:r>
          </a:p>
          <a:p>
            <a:pPr fontAlgn="base"/>
            <a:r>
              <a:rPr lang="en-US" dirty="0" smtClean="0"/>
              <a:t> INDEX BY [BINARY_INTEGER | PLS_INTEGER | VARCHAR2(size)];</a:t>
            </a:r>
          </a:p>
          <a:p>
            <a:pPr fontAlgn="base"/>
            <a:r>
              <a:rPr lang="en-US" dirty="0" smtClean="0"/>
              <a:t> INDEX BY key;</a:t>
            </a:r>
          </a:p>
          <a:p>
            <a:r>
              <a:rPr lang="en-US" dirty="0" smtClean="0"/>
              <a:t>Here, the </a:t>
            </a:r>
            <a:r>
              <a:rPr lang="en-US" b="1" dirty="0" smtClean="0"/>
              <a:t>‘key’</a:t>
            </a:r>
            <a:r>
              <a:rPr lang="en-US" dirty="0" smtClean="0"/>
              <a:t> is numeric. </a:t>
            </a:r>
          </a:p>
          <a:p>
            <a:r>
              <a:rPr lang="en-US" dirty="0" smtClean="0"/>
              <a:t>It can be either BINARY_INTEGER or PLS_INTEGER. </a:t>
            </a:r>
          </a:p>
          <a:p>
            <a:r>
              <a:rPr lang="en-US" dirty="0" smtClean="0"/>
              <a:t>Its </a:t>
            </a:r>
            <a:r>
              <a:rPr lang="en-US" dirty="0" err="1" smtClean="0"/>
              <a:t>datatype</a:t>
            </a:r>
            <a:r>
              <a:rPr lang="en-US" dirty="0" smtClean="0"/>
              <a:t> can be </a:t>
            </a:r>
            <a:r>
              <a:rPr lang="en-US" dirty="0" err="1" smtClean="0"/>
              <a:t>varchar</a:t>
            </a:r>
            <a:r>
              <a:rPr lang="en-US" dirty="0" smtClean="0"/>
              <a:t>, varchar2, long, or string.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varchar</a:t>
            </a:r>
            <a:r>
              <a:rPr lang="en-US" dirty="0" smtClean="0"/>
              <a:t> based key should be mentioned with length.</a:t>
            </a:r>
          </a:p>
          <a:p>
            <a:r>
              <a:rPr lang="en-US" b="1" dirty="0" smtClean="0"/>
              <a:t>‘element’</a:t>
            </a:r>
            <a:r>
              <a:rPr lang="en-US" dirty="0" smtClean="0"/>
              <a:t> is the data type.</a:t>
            </a:r>
          </a:p>
          <a:p>
            <a:r>
              <a:rPr lang="en-US" b="1" dirty="0" smtClean="0"/>
              <a:t>‘size’</a:t>
            </a:r>
            <a:r>
              <a:rPr lang="en-US" dirty="0" smtClean="0"/>
              <a:t> is the maximum number of elements. It is a positive integer.</a:t>
            </a:r>
          </a:p>
          <a:p>
            <a:r>
              <a:rPr lang="en-US" b="1" dirty="0" smtClean="0"/>
              <a:t>‘type’</a:t>
            </a:r>
            <a:r>
              <a:rPr lang="en-US" dirty="0" smtClean="0"/>
              <a:t> is the type </a:t>
            </a:r>
            <a:r>
              <a:rPr lang="en-US" dirty="0" err="1" smtClean="0"/>
              <a:t>specifier</a:t>
            </a:r>
            <a:r>
              <a:rPr lang="en-US" smtClean="0"/>
              <a:t>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Collection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1571612"/>
          <a:ext cx="7429552" cy="4523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59"/>
                <a:gridCol w="6191293"/>
              </a:tblGrid>
              <a:tr h="445953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0000"/>
                          </a:solidFill>
                          <a:latin typeface="inherit"/>
                        </a:rPr>
                        <a:t>S.No</a:t>
                      </a:r>
                      <a:endParaRPr lang="en-US" b="1" dirty="0">
                        <a:solidFill>
                          <a:srgbClr val="000000"/>
                        </a:solidFill>
                        <a:latin typeface="inherit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latin typeface="inherit"/>
                        </a:rPr>
                        <a:t>Method Name &amp; Purpose</a:t>
                      </a:r>
                    </a:p>
                  </a:txBody>
                  <a:tcPr marL="76200" marR="76200" marT="76200" marB="76200" anchor="ctr"/>
                </a:tc>
              </a:tr>
              <a:tr h="101932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EXISTS(n)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Returns TRUE if the nth element in a collection exists; otherwise returns FALSE.</a:t>
                      </a:r>
                    </a:p>
                  </a:txBody>
                  <a:tcPr marL="76200" marR="76200" marT="76200" marB="76200" anchor="ctr"/>
                </a:tc>
              </a:tr>
              <a:tr h="101932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COUNT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Returns the number of elements that a collection currently contains</a:t>
                      </a:r>
                    </a:p>
                  </a:txBody>
                  <a:tcPr marL="76200" marR="76200" marT="76200" marB="76200" anchor="ctr"/>
                </a:tc>
              </a:tr>
              <a:tr h="101932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FIRST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Returns the first (smallest) index numbers in a collection that uses the integer subscripts.</a:t>
                      </a:r>
                    </a:p>
                  </a:txBody>
                  <a:tcPr marL="76200" marR="76200" marT="76200" marB="76200" anchor="ctr"/>
                </a:tc>
              </a:tr>
              <a:tr h="101932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LAST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Returns the last (largest) index numbers in a collection that uses the integer subscripts.</a:t>
                      </a: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42910" y="1285860"/>
          <a:ext cx="81534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267"/>
                <a:gridCol w="71231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0000"/>
                          </a:solidFill>
                          <a:latin typeface="inherit"/>
                        </a:rPr>
                        <a:t>S.No</a:t>
                      </a:r>
                      <a:endParaRPr lang="en-US" b="1" dirty="0">
                        <a:solidFill>
                          <a:srgbClr val="000000"/>
                        </a:solidFill>
                        <a:latin typeface="inherit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latin typeface="inherit"/>
                        </a:rPr>
                        <a:t>Method Name &amp; Purpose</a:t>
                      </a: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NEXT(n)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Returns the index number that succeeds index n.</a:t>
                      </a: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DELETE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Removes all elements from a collection, setting COUNT to 0.</a:t>
                      </a: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DELETE(n)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Removes the </a:t>
                      </a:r>
                      <a:r>
                        <a:rPr lang="en-US" b="1" dirty="0">
                          <a:latin typeface="inherit"/>
                        </a:rPr>
                        <a:t>n</a:t>
                      </a:r>
                      <a:r>
                        <a:rPr lang="en-US" b="1" baseline="30000" dirty="0">
                          <a:latin typeface="inherit"/>
                        </a:rPr>
                        <a:t>th</a:t>
                      </a:r>
                      <a:r>
                        <a:rPr lang="en-US" dirty="0"/>
                        <a:t> element from an associative array with a numeric key or a nested table. If the associative array has a string key, the element corresponding to the key value is deleted. If </a:t>
                      </a:r>
                      <a:r>
                        <a:rPr lang="en-US" b="1" dirty="0">
                          <a:latin typeface="inherit"/>
                        </a:rPr>
                        <a:t>n</a:t>
                      </a:r>
                      <a:r>
                        <a:rPr lang="en-US" dirty="0"/>
                        <a:t> is null, </a:t>
                      </a:r>
                      <a:r>
                        <a:rPr lang="en-US" b="1" dirty="0">
                          <a:latin typeface="inherit"/>
                        </a:rPr>
                        <a:t>DELETE(n)</a:t>
                      </a:r>
                      <a:r>
                        <a:rPr lang="en-US" dirty="0"/>
                        <a:t> does nothing.</a:t>
                      </a: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DELETE(</a:t>
                      </a:r>
                      <a:r>
                        <a:rPr lang="en-US" b="1" dirty="0" err="1">
                          <a:latin typeface="inherit"/>
                        </a:rPr>
                        <a:t>m,n</a:t>
                      </a:r>
                      <a:r>
                        <a:rPr lang="en-US" b="1" dirty="0">
                          <a:latin typeface="inherit"/>
                        </a:rPr>
                        <a:t>)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Removes all elements in the range </a:t>
                      </a:r>
                      <a:r>
                        <a:rPr lang="en-US" b="1" dirty="0">
                          <a:latin typeface="inherit"/>
                        </a:rPr>
                        <a:t>m..n</a:t>
                      </a:r>
                      <a:r>
                        <a:rPr lang="en-US" dirty="0"/>
                        <a:t> from an associative array or nested table. If </a:t>
                      </a:r>
                      <a:r>
                        <a:rPr lang="en-US" b="1" dirty="0">
                          <a:latin typeface="inherit"/>
                        </a:rPr>
                        <a:t>m</a:t>
                      </a:r>
                      <a:r>
                        <a:rPr lang="en-US" dirty="0"/>
                        <a:t> is larger than </a:t>
                      </a:r>
                      <a:r>
                        <a:rPr lang="en-US" b="1" dirty="0">
                          <a:latin typeface="inherit"/>
                        </a:rPr>
                        <a:t>n</a:t>
                      </a:r>
                      <a:r>
                        <a:rPr lang="en-US" dirty="0"/>
                        <a:t> or if </a:t>
                      </a:r>
                      <a:r>
                        <a:rPr lang="en-US" b="1" dirty="0">
                          <a:latin typeface="inherit"/>
                        </a:rPr>
                        <a:t>m</a:t>
                      </a:r>
                      <a:r>
                        <a:rPr lang="en-US" dirty="0"/>
                        <a:t> or </a:t>
                      </a:r>
                      <a:r>
                        <a:rPr lang="en-US" b="1" dirty="0">
                          <a:latin typeface="inherit"/>
                        </a:rPr>
                        <a:t>n</a:t>
                      </a:r>
                      <a:r>
                        <a:rPr lang="en-US" dirty="0"/>
                        <a:t> is null, </a:t>
                      </a:r>
                      <a:r>
                        <a:rPr lang="en-US" b="1" dirty="0">
                          <a:latin typeface="inherit"/>
                        </a:rPr>
                        <a:t>DELETE(</a:t>
                      </a:r>
                      <a:r>
                        <a:rPr lang="en-US" b="1" dirty="0" err="1">
                          <a:latin typeface="inherit"/>
                        </a:rPr>
                        <a:t>m,n</a:t>
                      </a:r>
                      <a:r>
                        <a:rPr lang="en-US" b="1" dirty="0">
                          <a:latin typeface="inherit"/>
                        </a:rPr>
                        <a:t>)</a:t>
                      </a:r>
                      <a:r>
                        <a:rPr lang="en-US" dirty="0"/>
                        <a:t> does nothing.</a:t>
                      </a: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inherit"/>
                        </a:rPr>
                        <a:t>PRIOR(n)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Returns the index number that precedes index n in a collection.</a:t>
                      </a: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68</TotalTime>
  <Words>164</Words>
  <Application>Microsoft Office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Index-By Table or Associative array and collection methods </vt:lpstr>
      <vt:lpstr>Slide 2</vt:lpstr>
      <vt:lpstr>Slide 3</vt:lpstr>
      <vt:lpstr>Collection Methods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Index-By Table </dc:title>
  <dc:creator>PC</dc:creator>
  <cp:lastModifiedBy>PC</cp:lastModifiedBy>
  <cp:revision>11</cp:revision>
  <dcterms:created xsi:type="dcterms:W3CDTF">2023-10-06T02:40:49Z</dcterms:created>
  <dcterms:modified xsi:type="dcterms:W3CDTF">2024-10-05T02:36:56Z</dcterms:modified>
</cp:coreProperties>
</file>