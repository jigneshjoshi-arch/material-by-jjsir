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10/3/2024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10/3/2024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10/3/2024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BCAD085-E8A6-8845-BD4E-CB4CCA059FC4}" type="datetimeFigureOut">
              <a:rPr lang="en-US" smtClean="0"/>
              <a:pPr/>
              <a:t>10/3/2024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0675" y="2386013"/>
            <a:ext cx="6477000" cy="1828800"/>
          </a:xfrm>
        </p:spPr>
        <p:txBody>
          <a:bodyPr/>
          <a:lstStyle/>
          <a:p>
            <a:pPr algn="ctr"/>
            <a:r>
              <a:rPr b="1"/>
              <a:t>Understanding VARRAYs in Oracle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VARRAYs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Definition: A VARRAY (Variable-size Array) is a collection type in Oracle that can hold a variable number of elements.</a:t>
            </a:r>
          </a:p>
          <a:p>
            <a:r>
              <a:t>Characteristics:</a:t>
            </a:r>
          </a:p>
          <a:p>
            <a:r>
              <a:t>- Fixed maximum size.</a:t>
            </a:r>
          </a:p>
          <a:p>
            <a:r>
              <a:t>- Elements can be of any data type.</a:t>
            </a:r>
          </a:p>
          <a:p>
            <a:r>
              <a:t>- Ordered collection.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VARRAYs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Variable Size: Can store a varying number of elements, up to a defined limit.</a:t>
            </a:r>
          </a:p>
          <a:p>
            <a:r>
              <a:t>1-based Indexing: Elements are accessed starting from index 1.</a:t>
            </a:r>
          </a:p>
          <a:p>
            <a:r>
              <a:rPr smtClean="0"/>
              <a:t>All </a:t>
            </a:r>
            <a:r>
              <a:t>elements must be of the same data 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VARRAY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CREATE TYPE </a:t>
            </a:r>
            <a:r>
              <a:rPr/>
              <a:t>namesarray </a:t>
            </a:r>
            <a:r>
              <a:rPr lang="en-US" dirty="0" smtClean="0"/>
              <a:t>IS</a:t>
            </a:r>
            <a:r>
              <a:rPr smtClean="0"/>
              <a:t>VARRAY(5</a:t>
            </a:r>
            <a:r>
              <a:t>) OF VARCHAR2(10);</a:t>
            </a:r>
          </a:p>
          <a:p>
            <a:r>
              <a:t>Explanation: This creates a VARRAY type named 'namesarray' that can hold up to 5 strings, each up to 10 characters long.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Declaring and Initializing VARRAYs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t>DECLARE</a:t>
            </a:r>
          </a:p>
          <a:p>
            <a:r>
              <a:t>names namesarray;</a:t>
            </a:r>
          </a:p>
          <a:p>
            <a:r>
              <a:t>BEGIN</a:t>
            </a:r>
          </a:p>
          <a:p>
            <a:r>
              <a:t>    names := namesarray('Jay', 'Vijay', 'Rahul', 'Virat', 'Rohit');</a:t>
            </a:r>
          </a:p>
          <a:p>
            <a:r>
              <a:t>END;</a:t>
            </a:r>
          </a:p>
          <a:p>
            <a:r>
              <a:t>Explanation: This block declares a VARRAY variable 'names' and initializes it with five names.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Accessing VARRAY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BEGIN</a:t>
            </a:r>
          </a:p>
          <a:p>
            <a:r>
              <a:t>    dbms_output.put_line(names(1));  -- Outputs 'Jay'</a:t>
            </a:r>
          </a:p>
          <a:p>
            <a:r>
              <a:t>    dbms_output.put_line(names(2));  -- Outputs 'Vijay'</a:t>
            </a:r>
          </a:p>
          <a:p>
            <a:r>
              <a:t>END;</a:t>
            </a:r>
          </a:p>
          <a:p>
            <a:r>
              <a:t>Explanation: Accessing elements using 1-based indexing to retrieve values.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Looping Through a VARRAY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BEGIN</a:t>
            </a:r>
          </a:p>
          <a:p>
            <a:r>
              <a:t>FOR i IN 1 .. names.COUNT LOOP</a:t>
            </a:r>
          </a:p>
          <a:p>
            <a:r>
              <a:t>    dbms_output.put_line(names(i));</a:t>
            </a:r>
          </a:p>
          <a:p>
            <a:r>
              <a:t>END LOOP;</a:t>
            </a:r>
          </a:p>
          <a:p>
            <a:r>
              <a:t>END;</a:t>
            </a:r>
          </a:p>
          <a:p>
            <a:r>
              <a:t>Explanation: Demonstrates how to loop through each element of a VARRAY.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VARRAYs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Fixed Size: Must define the maximum size during creation.</a:t>
            </a:r>
          </a:p>
          <a:p>
            <a:r>
              <a:t>Performance: Can be less efficient for large datasets compared to other collection types.</a:t>
            </a:r>
          </a:p>
          <a:p>
            <a:r>
              <a:t>Not Ideal for Large Datasets: Use Nested Tables for more flexibility.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When to Use VARRAYs:</a:t>
            </a:r>
          </a:p>
          <a:p>
            <a:r>
              <a:t>When the number of elements is limited and known.</a:t>
            </a:r>
          </a:p>
          <a:p>
            <a:r>
              <a:t>When the order of elements matters.</a:t>
            </a:r>
          </a:p>
          <a:p>
            <a:r>
              <a:t>Examples: Storing a fixed number of related attributes, like days of the week, or a limited set of product IDs.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</TotalTime>
  <Words>328</Words>
  <Application>Microsoft Macintosh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Median</vt:lpstr>
      <vt:lpstr>Understanding VARRAYs in Oracle</vt:lpstr>
      <vt:lpstr>Introduction to VARRAYs</vt:lpstr>
      <vt:lpstr>Key Features of VARRAYs</vt:lpstr>
      <vt:lpstr>Creating a VARRAY Type</vt:lpstr>
      <vt:lpstr>Declaring and Initializing VARRAYs</vt:lpstr>
      <vt:lpstr>Accessing VARRAY Elements</vt:lpstr>
      <vt:lpstr>Looping Through a VARRAY</vt:lpstr>
      <vt:lpstr>Limitations of VARRAYs</vt:lpstr>
      <vt:lpstr>Practical Use Cases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VARRAYs in Oracle</dc:title>
  <dc:subject/>
  <dc:creator/>
  <cp:keywords/>
  <dc:description>generated using python-pptx</dc:description>
  <cp:lastModifiedBy>PC</cp:lastModifiedBy>
  <cp:revision>3</cp:revision>
  <dcterms:created xsi:type="dcterms:W3CDTF">2013-01-27T09:14:16Z</dcterms:created>
  <dcterms:modified xsi:type="dcterms:W3CDTF">2024-10-03T03:20:27Z</dcterms:modified>
  <cp:category/>
</cp:coreProperties>
</file>