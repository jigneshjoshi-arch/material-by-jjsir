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8428" y="1371600"/>
            <a:ext cx="6477000" cy="1828800"/>
          </a:xfrm>
        </p:spPr>
        <p:txBody>
          <a:bodyPr/>
          <a:lstStyle/>
          <a:p>
            <a:pPr algn="ctr"/>
            <a:r>
              <a:t>Oracle Object Types and Tables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 and Example with Address Object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Definition: Object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39551"/>
            <a:ext cx="7996335" cy="4726572"/>
          </a:xfrm>
        </p:spPr>
        <p:txBody>
          <a:bodyPr>
            <a:noAutofit/>
          </a:bodyPr>
          <a:lstStyle/>
          <a:p>
            <a:r>
              <a:rPr sz="2400"/>
              <a:t>An Object Type in Oracle is a user-defined composite datatype.</a:t>
            </a:r>
          </a:p>
          <a:p>
            <a:r>
              <a:rPr sz="2400"/>
              <a:t>• It encapsulates attributes (variables) and methods (procedures/functions).</a:t>
            </a:r>
          </a:p>
          <a:p>
            <a:r>
              <a:rPr sz="2400"/>
              <a:t>• Useful for modeling real-world entities.</a:t>
            </a:r>
          </a:p>
          <a:p>
            <a:endParaRPr sz="2400"/>
          </a:p>
          <a:p>
            <a:r>
              <a:rPr sz="2400"/>
              <a:t>Syntax:</a:t>
            </a:r>
          </a:p>
          <a:p>
            <a:r>
              <a:rPr sz="2400"/>
              <a:t>CREATE OR REPLACE TYPE type_name AS OBJECT (</a:t>
            </a:r>
          </a:p>
          <a:p>
            <a:r>
              <a:rPr sz="2400"/>
              <a:t>    attribute_name datatype,</a:t>
            </a:r>
          </a:p>
          <a:p>
            <a:r>
              <a:rPr sz="2400"/>
              <a:t>    ...</a:t>
            </a:r>
          </a:p>
          <a:p>
            <a:r>
              <a:rPr sz="2400"/>
              <a:t>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Creating Address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CREATE OR REPLACE TYPE Address AS OBJECT (</a:t>
            </a:r>
          </a:p>
          <a:p>
            <a:r>
              <a:t>    street     VARCHAR2(50),</a:t>
            </a:r>
          </a:p>
          <a:p>
            <a:r>
              <a:t>    city       VARCHAR2(30),</a:t>
            </a:r>
          </a:p>
          <a:p>
            <a:r>
              <a:t>    postalcode VARCHAR2(10)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Creating Table with Object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CREATE TABLE Person (</a:t>
            </a:r>
          </a:p>
          <a:p>
            <a:r>
              <a:t>    person_id   NUMBER(5),</a:t>
            </a:r>
          </a:p>
          <a:p>
            <a:r>
              <a:t>    first_name  VARCHAR2(30),</a:t>
            </a:r>
          </a:p>
          <a:p>
            <a:r>
              <a:t>    last_name   VARCHAR2(30),</a:t>
            </a:r>
          </a:p>
          <a:p>
            <a:r>
              <a:t>    home_address Address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Inserting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INSERT INTO Person VALUES (</a:t>
            </a:r>
          </a:p>
          <a:p>
            <a:r>
              <a:t>    1,</a:t>
            </a:r>
          </a:p>
          <a:p>
            <a:r>
              <a:t>    'John',</a:t>
            </a:r>
          </a:p>
          <a:p>
            <a:r>
              <a:t>    'Doe',</a:t>
            </a:r>
          </a:p>
          <a:p>
            <a:r>
              <a:t>    Address('123 Main St', 'New York', '10001')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</TotalTime>
  <Words>146</Words>
  <Application>Microsoft Macintosh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Oracle Object Types and Tables</vt:lpstr>
      <vt:lpstr>Definition: Object Type</vt:lpstr>
      <vt:lpstr>Example: Creating Address Type</vt:lpstr>
      <vt:lpstr>Example: Creating Table with Object Column</vt:lpstr>
      <vt:lpstr>Example: Inserting Data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Object Types and Tables</dc:title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2025-09-08T05:37:09Z</dcterms:modified>
  <cp:category/>
</cp:coreProperties>
</file>