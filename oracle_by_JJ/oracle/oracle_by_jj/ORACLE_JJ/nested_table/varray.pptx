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85C63D-7620-449C-AA4E-A95C2A45372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A00378-AF0A-439F-A5EF-C01BF51A61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676400"/>
            <a:ext cx="6477000" cy="1828800"/>
          </a:xfrm>
        </p:spPr>
        <p:txBody>
          <a:bodyPr>
            <a:normAutofit/>
          </a:bodyPr>
          <a:lstStyle/>
          <a:p>
            <a:pPr algn="ctr"/>
            <a:r>
              <a:rPr lang="en-US" sz="6000" dirty="0" err="1" smtClean="0"/>
              <a:t>varray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varray</a:t>
            </a:r>
            <a:r>
              <a:rPr lang="en-US" dirty="0" smtClean="0"/>
              <a:t> (variable size array) is one of the three types of collections in PL/SQL (associative array, nested table, </a:t>
            </a:r>
            <a:r>
              <a:rPr lang="en-US" dirty="0" err="1" smtClean="0"/>
              <a:t>varray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varray's</a:t>
            </a:r>
            <a:r>
              <a:rPr lang="en-US" dirty="0" smtClean="0"/>
              <a:t> key feature is that when you declare a </a:t>
            </a:r>
            <a:r>
              <a:rPr lang="en-US" dirty="0" err="1" smtClean="0"/>
              <a:t>varray</a:t>
            </a:r>
            <a:r>
              <a:rPr lang="en-US" dirty="0" smtClean="0"/>
              <a:t> type, you specify the maximum number of elements that can be defined in the </a:t>
            </a:r>
            <a:r>
              <a:rPr lang="en-US" dirty="0" err="1" smtClean="0"/>
              <a:t>varray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Creating a </a:t>
            </a:r>
            <a:r>
              <a:rPr lang="en-US" dirty="0" err="1" smtClean="0"/>
              <a:t>Varray</a:t>
            </a:r>
            <a:r>
              <a:rPr lang="en-US" dirty="0" smtClean="0"/>
              <a:t>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varray</a:t>
            </a:r>
            <a:r>
              <a:rPr lang="en-US" dirty="0" smtClean="0"/>
              <a:t> type is created with the </a:t>
            </a:r>
            <a:r>
              <a:rPr lang="en-US" b="1" dirty="0" smtClean="0"/>
              <a:t>CREATE TYPE</a:t>
            </a:r>
            <a:r>
              <a:rPr lang="en-US" dirty="0" smtClean="0"/>
              <a:t> statement. </a:t>
            </a:r>
          </a:p>
          <a:p>
            <a:r>
              <a:rPr lang="en-US" dirty="0" smtClean="0"/>
              <a:t>The basic syntax for creating a VARRAY type </a:t>
            </a:r>
          </a:p>
          <a:p>
            <a:r>
              <a:rPr lang="en-US" dirty="0" smtClean="0"/>
              <a:t>CREATE OR REPLACE TYPE </a:t>
            </a:r>
            <a:r>
              <a:rPr lang="en-US" dirty="0" err="1" smtClean="0"/>
              <a:t>varray_type_name</a:t>
            </a:r>
            <a:r>
              <a:rPr lang="en-US" dirty="0" smtClean="0"/>
              <a:t> IS VARRAY(n) of &lt;</a:t>
            </a:r>
            <a:r>
              <a:rPr lang="en-US" dirty="0" err="1" smtClean="0"/>
              <a:t>element_type</a:t>
            </a:r>
            <a:r>
              <a:rPr lang="en-US" dirty="0" smtClean="0"/>
              <a:t>&gt; </a:t>
            </a:r>
          </a:p>
          <a:p>
            <a:pPr lvl="1"/>
            <a:r>
              <a:rPr lang="en-US" i="1" dirty="0" err="1" smtClean="0"/>
              <a:t>varray_type_name</a:t>
            </a:r>
            <a:r>
              <a:rPr lang="en-US" dirty="0" smtClean="0"/>
              <a:t> is a valid attribute name,</a:t>
            </a:r>
          </a:p>
          <a:p>
            <a:pPr lvl="1"/>
            <a:r>
              <a:rPr lang="en-US" i="1" dirty="0" smtClean="0"/>
              <a:t>n</a:t>
            </a:r>
            <a:r>
              <a:rPr lang="en-US" dirty="0" smtClean="0"/>
              <a:t> is the number of elements (maximum) in the </a:t>
            </a:r>
            <a:r>
              <a:rPr lang="en-US" dirty="0" err="1" smtClean="0"/>
              <a:t>varray</a:t>
            </a:r>
            <a:r>
              <a:rPr lang="en-US" dirty="0" smtClean="0"/>
              <a:t>,</a:t>
            </a:r>
          </a:p>
          <a:p>
            <a:pPr lvl="1"/>
            <a:r>
              <a:rPr lang="en-US" i="1" dirty="0" err="1" smtClean="0"/>
              <a:t>element_type</a:t>
            </a:r>
            <a:r>
              <a:rPr lang="en-US" dirty="0" smtClean="0"/>
              <a:t> is the data type of the elements of the array.</a:t>
            </a:r>
          </a:p>
          <a:p>
            <a:r>
              <a:rPr lang="en-US" dirty="0" smtClean="0"/>
              <a:t>For example −</a:t>
            </a:r>
          </a:p>
          <a:p>
            <a:pPr lvl="1"/>
            <a:r>
              <a:rPr lang="en-US" dirty="0" smtClean="0"/>
              <a:t>TYPE </a:t>
            </a:r>
            <a:r>
              <a:rPr lang="en-US" dirty="0" err="1" smtClean="0"/>
              <a:t>namearray</a:t>
            </a:r>
            <a:r>
              <a:rPr lang="en-US" dirty="0" smtClean="0"/>
              <a:t> IS VARRAY(5) OF VARCHAR2(10); </a:t>
            </a:r>
          </a:p>
          <a:p>
            <a:pPr lvl="1"/>
            <a:r>
              <a:rPr lang="en-US" dirty="0" smtClean="0"/>
              <a:t>Type grades IS VARRAY(5) OF INTEGER;</a:t>
            </a:r>
            <a:br>
              <a:rPr lang="en-US" dirty="0" smtClean="0"/>
            </a:b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</TotalTime>
  <Words>66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varray</vt:lpstr>
      <vt:lpstr>Slide 2</vt:lpstr>
      <vt:lpstr>Creating a Varray Type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varray</dc:title>
  <dc:creator>PC</dc:creator>
  <cp:lastModifiedBy>PC</cp:lastModifiedBy>
  <cp:revision>4</cp:revision>
  <dcterms:created xsi:type="dcterms:W3CDTF">2022-09-20T02:41:44Z</dcterms:created>
  <dcterms:modified xsi:type="dcterms:W3CDTF">2022-09-20T02:55:02Z</dcterms:modified>
</cp:coreProperties>
</file>