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56887A6-87DE-423E-A20E-4C60C0BC3EF8}" type="datetimeFigureOut">
              <a:rPr lang="en-US" smtClean="0"/>
              <a:pPr/>
              <a:t>7/22/2020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00597E3-D402-444D-925B-6A1826E484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09800"/>
            <a:ext cx="7851648" cy="1219200"/>
          </a:xfrm>
        </p:spPr>
        <p:txBody>
          <a:bodyPr>
            <a:noAutofit/>
          </a:bodyPr>
          <a:lstStyle/>
          <a:p>
            <a:pPr algn="ctr"/>
            <a:r>
              <a:rPr lang="en-US" sz="6600" dirty="0" smtClean="0"/>
              <a:t>Views :</a:t>
            </a:r>
            <a:endParaRPr lang="en-US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Wingdings" pitchFamily="2" charset="2"/>
              <a:buChar char="q"/>
            </a:pPr>
            <a:r>
              <a:rPr lang="en-US" dirty="0" smtClean="0"/>
              <a:t>What is view ?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A view is a virtual table that stores only definition in the form of SQL statement. It is used to hide information from other user.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dirty="0" smtClean="0"/>
              <a:t>Feature of view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Creating view does not take any storage space in oracle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The maximum number of columns that can be defined in a view is 1000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When new records are inserted/updated/deleted in base table, the changes are automatically reflected in the view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View once defined, can be used in Joins and Sub-query also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dirty="0" smtClean="0"/>
              <a:t>Types of view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Read only view</a:t>
            </a:r>
          </a:p>
          <a:p>
            <a:pPr marL="971550" lvl="1" indent="-514350">
              <a:buFont typeface="Wingdings" pitchFamily="2" charset="2"/>
              <a:buChar char="q"/>
            </a:pPr>
            <a:r>
              <a:rPr lang="en-US" dirty="0" smtClean="0"/>
              <a:t>Updateable 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819912"/>
          </a:xfrm>
        </p:spPr>
        <p:txBody>
          <a:bodyPr/>
          <a:lstStyle/>
          <a:p>
            <a:pPr algn="ctr"/>
            <a:r>
              <a:rPr lang="en-US" dirty="0" smtClean="0"/>
              <a:t>Syntax of view 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r>
              <a:rPr lang="en-US" smtClean="0"/>
              <a:t>CREATE </a:t>
            </a:r>
            <a:r>
              <a:rPr lang="en-US" dirty="0" smtClean="0"/>
              <a:t>[OR REPLACE] [FORCE] VIEW &lt;View Name&gt; AS </a:t>
            </a:r>
          </a:p>
          <a:p>
            <a:r>
              <a:rPr lang="en-US" dirty="0" smtClean="0"/>
              <a:t>SELECT &lt;Fields&gt; FROM &lt;Table&gt; WHER &lt;condition&gt;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</TotalTime>
  <Words>127</Words>
  <Application>Microsoft Office PowerPoint</Application>
  <PresentationFormat>On-screen Show (4:3)</PresentationFormat>
  <Paragraphs>14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Views :</vt:lpstr>
      <vt:lpstr>Slide 2</vt:lpstr>
      <vt:lpstr>Syntax of view :-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Views :-</dc:title>
  <dc:creator>God</dc:creator>
  <cp:lastModifiedBy>jj</cp:lastModifiedBy>
  <cp:revision>4</cp:revision>
  <dcterms:created xsi:type="dcterms:W3CDTF">2013-07-22T15:53:57Z</dcterms:created>
  <dcterms:modified xsi:type="dcterms:W3CDTF">2020-07-22T14:31:58Z</dcterms:modified>
</cp:coreProperties>
</file>