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7D3C538-0429-47A2-B621-F92261BD3679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B7410DE-7D7D-44D0-A93B-5C1EC21DCE4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7800" y="1905000"/>
            <a:ext cx="6477000" cy="1828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Managing </a:t>
            </a:r>
            <a:r>
              <a:rPr lang="en-US" b="1" dirty="0" smtClean="0"/>
              <a:t>Automated Database Maintenance Tasks in Oracle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is to refers  </a:t>
            </a:r>
            <a:r>
              <a:rPr lang="en-US" dirty="0" smtClean="0"/>
              <a:t>the process of using Oracle Database's built-in automation features and tools to efficiently and proactively maintain the health, performance, and reliability of an Oracle database. </a:t>
            </a:r>
            <a:endParaRPr lang="en-US" dirty="0" smtClean="0"/>
          </a:p>
          <a:p>
            <a:r>
              <a:rPr lang="en-US" dirty="0" smtClean="0"/>
              <a:t>Oracle </a:t>
            </a:r>
            <a:r>
              <a:rPr lang="en-US" dirty="0" smtClean="0"/>
              <a:t>provides a range of automated tasks and features to simplify routine maintenance activities that database administrators (DBAs) typically perform manually.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 smtClean="0"/>
              <a:t>tasks include: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Backup and Recovery:</a:t>
            </a:r>
            <a:r>
              <a:rPr lang="en-US" dirty="0" smtClean="0"/>
              <a:t> Oracle offers tools like Recovery Manager (RMAN) to automate database backups, ensuring that data can be recovered in case of a failure.</a:t>
            </a:r>
          </a:p>
          <a:p>
            <a:r>
              <a:rPr lang="en-US" b="1" dirty="0" smtClean="0"/>
              <a:t>Patching and Upgrades:</a:t>
            </a:r>
            <a:r>
              <a:rPr lang="en-US" dirty="0" smtClean="0"/>
              <a:t> Oracle provides automated patching and upgrade solutions, such as Patch Set Updates (PSUs) and Critical Patch Updates (CPUs), to keep the database software up-to-date with the latest security and performance enhancements.</a:t>
            </a:r>
          </a:p>
          <a:p>
            <a:r>
              <a:rPr lang="en-US" b="1" dirty="0" smtClean="0"/>
              <a:t>Statistics Gathering:</a:t>
            </a:r>
            <a:r>
              <a:rPr lang="en-US" dirty="0" smtClean="0"/>
              <a:t> Regularly collecting and refreshing database statistics is crucial for query optimization. Oracle can automatically gather statistics on database objects.</a:t>
            </a:r>
          </a:p>
          <a:p>
            <a:r>
              <a:rPr lang="en-US" b="1" dirty="0" smtClean="0"/>
              <a:t>Performance Monitoring and Tuning:</a:t>
            </a:r>
            <a:r>
              <a:rPr lang="en-US" dirty="0" smtClean="0"/>
              <a:t> Oracle's Automated Database Diagnostic Monitor (ADDM) analyzes database performance and provides recommendations for improving it.</a:t>
            </a:r>
          </a:p>
          <a:p>
            <a:r>
              <a:rPr lang="en-US" b="1" dirty="0" smtClean="0"/>
              <a:t>Space Management:</a:t>
            </a:r>
            <a:r>
              <a:rPr lang="en-US" dirty="0" smtClean="0"/>
              <a:t> Automated features help manage </a:t>
            </a:r>
            <a:r>
              <a:rPr lang="en-US" dirty="0" err="1" smtClean="0"/>
              <a:t>tablespace</a:t>
            </a:r>
            <a:r>
              <a:rPr lang="en-US" dirty="0" smtClean="0"/>
              <a:t>, control file, and redo log file space.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Task Scheduling:</a:t>
            </a:r>
            <a:r>
              <a:rPr lang="en-US" dirty="0" smtClean="0"/>
              <a:t> Oracle allows DBAs to schedule routine maintenance tasks, making it easier to execute them during non-peak hours.</a:t>
            </a:r>
          </a:p>
          <a:p>
            <a:r>
              <a:rPr lang="en-US" b="1" dirty="0" smtClean="0"/>
              <a:t>Alerts and Notifications:</a:t>
            </a:r>
            <a:r>
              <a:rPr lang="en-US" dirty="0" smtClean="0"/>
              <a:t> Automated systems can generate alerts and notifications when predefined conditions or thresholds are met, allowing for proactive problem resolution.</a:t>
            </a:r>
          </a:p>
          <a:p>
            <a:r>
              <a:rPr lang="en-US" b="1" dirty="0" smtClean="0"/>
              <a:t>Resource Management:</a:t>
            </a:r>
            <a:r>
              <a:rPr lang="en-US" dirty="0" smtClean="0"/>
              <a:t> Oracle Database can automatically allocate and manage system resources to optimize performance for various workloads.</a:t>
            </a:r>
          </a:p>
          <a:p>
            <a:r>
              <a:rPr lang="en-US" b="1" dirty="0" smtClean="0"/>
              <a:t>Security Updates:</a:t>
            </a:r>
            <a:r>
              <a:rPr lang="en-US" dirty="0" smtClean="0"/>
              <a:t> Automatic security updates help protect the database against vulnerabilities.</a:t>
            </a:r>
            <a:endParaRPr lang="en-US" smtClean="0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25</TotalTime>
  <Words>282</Words>
  <Application>Microsoft Office PowerPoint</Application>
  <PresentationFormat>On-screen Show (4:3)</PresentationFormat>
  <Paragraphs>13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Median</vt:lpstr>
      <vt:lpstr>Managing Automated Database Maintenance Tasks in Oracle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Managing Automated Database Maintenance Tasks in Oracle</dc:title>
  <dc:creator>jjsir</dc:creator>
  <cp:lastModifiedBy>jjsir</cp:lastModifiedBy>
  <cp:revision>9</cp:revision>
  <dcterms:created xsi:type="dcterms:W3CDTF">2023-09-26T15:51:58Z</dcterms:created>
  <dcterms:modified xsi:type="dcterms:W3CDTF">2023-09-26T16:17:41Z</dcterms:modified>
</cp:coreProperties>
</file>