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04AE233C-D7C9-4C6F-8556-8C3302B4A287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B4A85A-3423-40DA-8F9C-95ECB3CADEB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233C-D7C9-4C6F-8556-8C3302B4A287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B4A85A-3423-40DA-8F9C-95ECB3CADEB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233C-D7C9-4C6F-8556-8C3302B4A287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79B4A85A-3423-40DA-8F9C-95ECB3CADEB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4AE233C-D7C9-4C6F-8556-8C3302B4A287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9B4A85A-3423-40DA-8F9C-95ECB3CADEB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4AE233C-D7C9-4C6F-8556-8C3302B4A287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9B4A85A-3423-40DA-8F9C-95ECB3CADEB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233C-D7C9-4C6F-8556-8C3302B4A287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B4A85A-3423-40DA-8F9C-95ECB3CADE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233C-D7C9-4C6F-8556-8C3302B4A287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B4A85A-3423-40DA-8F9C-95ECB3CADE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233C-D7C9-4C6F-8556-8C3302B4A287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B4A85A-3423-40DA-8F9C-95ECB3CADEB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04AE233C-D7C9-4C6F-8556-8C3302B4A287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79B4A85A-3423-40DA-8F9C-95ECB3CADEB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233C-D7C9-4C6F-8556-8C3302B4A287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A85A-3423-40DA-8F9C-95ECB3CADE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04AE233C-D7C9-4C6F-8556-8C3302B4A287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79B4A85A-3423-40DA-8F9C-95ECB3CADEB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4AE233C-D7C9-4C6F-8556-8C3302B4A287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9B4A85A-3423-40DA-8F9C-95ECB3CADEB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7290" y="1714488"/>
            <a:ext cx="6477000" cy="1828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Creating and Altering Database  Opening and shutdown Database 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Overview </a:t>
            </a:r>
            <a:r>
              <a:rPr lang="en-US" dirty="0" smtClean="0"/>
              <a:t>of Oracle Databases</a:t>
            </a:r>
          </a:p>
          <a:p>
            <a:r>
              <a:rPr lang="en-US" dirty="0" smtClean="0"/>
              <a:t>Importance of database management</a:t>
            </a:r>
          </a:p>
          <a:p>
            <a:r>
              <a:rPr lang="en-US" dirty="0" smtClean="0"/>
              <a:t>Brief explanation of what will be covered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Creating a </a:t>
            </a:r>
            <a:r>
              <a:rPr lang="en-US" b="1" dirty="0" smtClean="0"/>
              <a:t>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Steps </a:t>
            </a:r>
            <a:r>
              <a:rPr lang="en-US" dirty="0" smtClean="0"/>
              <a:t>to create a new Oracle database</a:t>
            </a:r>
          </a:p>
          <a:p>
            <a:pPr lvl="1"/>
            <a:r>
              <a:rPr lang="en-US" dirty="0" smtClean="0"/>
              <a:t>Use of Database Configuration Assistant (DBCA)</a:t>
            </a:r>
          </a:p>
          <a:p>
            <a:pPr lvl="1"/>
            <a:r>
              <a:rPr lang="en-US" dirty="0" smtClean="0"/>
              <a:t>Manual creation using SQL commands</a:t>
            </a:r>
          </a:p>
          <a:p>
            <a:r>
              <a:rPr lang="en-US" dirty="0" smtClean="0"/>
              <a:t>Key components of a database</a:t>
            </a:r>
          </a:p>
          <a:p>
            <a:pPr lvl="1"/>
            <a:r>
              <a:rPr lang="en-US" dirty="0" smtClean="0"/>
              <a:t>Data files, control files, redo log </a:t>
            </a:r>
            <a:r>
              <a:rPr lang="en-US" dirty="0" smtClean="0"/>
              <a:t>files</a:t>
            </a:r>
          </a:p>
          <a:p>
            <a:r>
              <a:rPr lang="en-US" b="1" dirty="0" smtClean="0"/>
              <a:t>SQL Command for Creating a Database</a:t>
            </a:r>
          </a:p>
          <a:p>
            <a:r>
              <a:rPr lang="en-US" dirty="0" smtClean="0"/>
              <a:t>Basic syntax for creating a database</a:t>
            </a:r>
            <a:r>
              <a:rPr lang="en-US" dirty="0" smtClean="0"/>
              <a:t>:</a:t>
            </a:r>
          </a:p>
          <a:p>
            <a:r>
              <a:rPr lang="en-US" dirty="0" smtClean="0"/>
              <a:t>CREATE </a:t>
            </a:r>
            <a:r>
              <a:rPr lang="en-US" dirty="0" smtClean="0"/>
              <a:t>DATABASE </a:t>
            </a:r>
            <a:r>
              <a:rPr lang="en-US" dirty="0" err="1" smtClean="0"/>
              <a:t>database_name</a:t>
            </a:r>
            <a:r>
              <a:rPr lang="en-US" dirty="0" smtClean="0"/>
              <a:t>;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Altering a </a:t>
            </a:r>
            <a:r>
              <a:rPr lang="en-US" b="1" dirty="0" smtClean="0"/>
              <a:t>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Reasons </a:t>
            </a:r>
            <a:r>
              <a:rPr lang="en-US" dirty="0" smtClean="0"/>
              <a:t>for altering a database (adding </a:t>
            </a:r>
            <a:r>
              <a:rPr lang="en-US" dirty="0" err="1" smtClean="0"/>
              <a:t>tablespaces</a:t>
            </a:r>
            <a:r>
              <a:rPr lang="en-US" dirty="0" smtClean="0"/>
              <a:t>, modifying parameters)</a:t>
            </a:r>
          </a:p>
          <a:p>
            <a:r>
              <a:rPr lang="en-US" dirty="0" smtClean="0"/>
              <a:t>Common commands to alter a </a:t>
            </a:r>
            <a:r>
              <a:rPr lang="en-US" dirty="0" smtClean="0"/>
              <a:t>database</a:t>
            </a:r>
          </a:p>
          <a:p>
            <a:endParaRPr lang="en-US" dirty="0" smtClean="0"/>
          </a:p>
          <a:p>
            <a:r>
              <a:rPr lang="en-US" b="1" dirty="0" smtClean="0"/>
              <a:t>SQL Command for Altering a Database</a:t>
            </a:r>
          </a:p>
          <a:p>
            <a:r>
              <a:rPr lang="en-US" dirty="0" smtClean="0"/>
              <a:t>Basic syntax for altering a </a:t>
            </a:r>
            <a:r>
              <a:rPr lang="en-US" dirty="0" smtClean="0"/>
              <a:t>database:</a:t>
            </a:r>
          </a:p>
          <a:p>
            <a:r>
              <a:rPr lang="en-US" dirty="0" smtClean="0"/>
              <a:t>ALTER </a:t>
            </a:r>
            <a:r>
              <a:rPr lang="en-US" dirty="0" smtClean="0"/>
              <a:t>DATABASE </a:t>
            </a:r>
            <a:r>
              <a:rPr lang="en-US" dirty="0" err="1" smtClean="0"/>
              <a:t>database_name</a:t>
            </a:r>
            <a:r>
              <a:rPr lang="en-US" dirty="0" smtClean="0"/>
              <a:t>;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Opening a </a:t>
            </a:r>
            <a:r>
              <a:rPr lang="en-US" b="1" dirty="0" smtClean="0"/>
              <a:t>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Definition </a:t>
            </a:r>
            <a:r>
              <a:rPr lang="en-US" dirty="0" smtClean="0"/>
              <a:t>and importance of opening a database</a:t>
            </a:r>
          </a:p>
          <a:p>
            <a:r>
              <a:rPr lang="en-US" dirty="0" smtClean="0"/>
              <a:t>Steps to open a database</a:t>
            </a:r>
          </a:p>
          <a:p>
            <a:pPr lvl="1"/>
            <a:r>
              <a:rPr lang="en-US" dirty="0" smtClean="0"/>
              <a:t>Use of SQL*Plus or Oracle SQL </a:t>
            </a:r>
            <a:r>
              <a:rPr lang="en-US" dirty="0" smtClean="0"/>
              <a:t>Developer</a:t>
            </a:r>
          </a:p>
          <a:p>
            <a:pPr lvl="1"/>
            <a:endParaRPr lang="en-US" dirty="0" smtClean="0"/>
          </a:p>
          <a:p>
            <a:r>
              <a:rPr lang="en-US" b="1" dirty="0" smtClean="0"/>
              <a:t>Command to open a </a:t>
            </a:r>
            <a:r>
              <a:rPr lang="en-US" b="1" dirty="0" smtClean="0"/>
              <a:t>database:</a:t>
            </a:r>
          </a:p>
          <a:p>
            <a:pPr lvl="1"/>
            <a:r>
              <a:rPr lang="en-US" dirty="0" smtClean="0"/>
              <a:t>ALTER </a:t>
            </a:r>
            <a:r>
              <a:rPr lang="en-US" dirty="0" smtClean="0"/>
              <a:t>DATABASE OPEN;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Shutting Down a </a:t>
            </a:r>
            <a:r>
              <a:rPr lang="en-US" b="1" dirty="0" smtClean="0"/>
              <a:t>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Importance </a:t>
            </a:r>
            <a:r>
              <a:rPr lang="en-US" dirty="0" smtClean="0"/>
              <a:t>of properly shutting down a database</a:t>
            </a:r>
          </a:p>
          <a:p>
            <a:r>
              <a:rPr lang="en-US" dirty="0" smtClean="0"/>
              <a:t>Types of shutdown: </a:t>
            </a:r>
            <a:endParaRPr lang="en-US" dirty="0" smtClean="0"/>
          </a:p>
          <a:p>
            <a:pPr lvl="1"/>
            <a:r>
              <a:rPr lang="en-US" dirty="0" smtClean="0"/>
              <a:t>NORMAL</a:t>
            </a:r>
            <a:r>
              <a:rPr lang="en-US" dirty="0" smtClean="0"/>
              <a:t>, IMMEDIATE, TRANSACTIONAL</a:t>
            </a:r>
          </a:p>
          <a:p>
            <a:endParaRPr lang="en-US" dirty="0" smtClean="0"/>
          </a:p>
          <a:p>
            <a:r>
              <a:rPr lang="en-US" b="1" dirty="0" smtClean="0"/>
              <a:t>Commands </a:t>
            </a:r>
            <a:r>
              <a:rPr lang="en-US" b="1" dirty="0" smtClean="0"/>
              <a:t>for shutting </a:t>
            </a:r>
            <a:r>
              <a:rPr lang="en-US" b="1" dirty="0" smtClean="0"/>
              <a:t>down:</a:t>
            </a:r>
          </a:p>
          <a:p>
            <a:r>
              <a:rPr lang="en-US" dirty="0" smtClean="0"/>
              <a:t>SHUTDOWN </a:t>
            </a:r>
            <a:r>
              <a:rPr lang="en-US" dirty="0" smtClean="0"/>
              <a:t>NORMAL;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Best Practices for Database </a:t>
            </a:r>
            <a:r>
              <a:rPr lang="en-US" b="1" dirty="0" smtClean="0"/>
              <a:t>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Regular </a:t>
            </a:r>
            <a:r>
              <a:rPr lang="en-US" dirty="0" smtClean="0"/>
              <a:t>backups</a:t>
            </a:r>
          </a:p>
          <a:p>
            <a:r>
              <a:rPr lang="en-US" dirty="0" smtClean="0"/>
              <a:t>Monitoring performance</a:t>
            </a:r>
          </a:p>
          <a:p>
            <a:r>
              <a:rPr lang="en-US" dirty="0" smtClean="0"/>
              <a:t>Keeping software updated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8</TotalTime>
  <Words>188</Words>
  <Application>Microsoft Office PowerPoint</Application>
  <PresentationFormat>On-screen Show (4:3)</PresentationFormat>
  <Paragraphs>39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Median</vt:lpstr>
      <vt:lpstr>Creating and Altering Database  Opening and shutdown Database </vt:lpstr>
      <vt:lpstr>Introduction</vt:lpstr>
      <vt:lpstr>Creating a Database</vt:lpstr>
      <vt:lpstr>Altering a Database</vt:lpstr>
      <vt:lpstr>Opening a Database</vt:lpstr>
      <vt:lpstr>Shutting Down a Database</vt:lpstr>
      <vt:lpstr>Best Practices for Database Management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and Altering Database  Opening and shutdown Database </dc:title>
  <dc:creator>PC</dc:creator>
  <cp:lastModifiedBy>PC</cp:lastModifiedBy>
  <cp:revision>8</cp:revision>
  <dcterms:created xsi:type="dcterms:W3CDTF">2024-10-09T02:20:24Z</dcterms:created>
  <dcterms:modified xsi:type="dcterms:W3CDTF">2024-10-09T02:29:16Z</dcterms:modified>
</cp:coreProperties>
</file>