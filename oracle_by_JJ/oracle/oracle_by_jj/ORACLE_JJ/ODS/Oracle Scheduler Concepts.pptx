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A9DC871-9E63-40F2-880C-6B30D586DDCD}" type="datetimeFigureOut">
              <a:rPr lang="en-US" smtClean="0"/>
              <a:t>9/26/2023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C8750EE-24DD-443B-B443-E9B49A5B4FE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A9DC871-9E63-40F2-880C-6B30D586DDCD}"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C8750EE-24DD-443B-B443-E9B49A5B4FED}"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A9DC871-9E63-40F2-880C-6B30D586DDCD}" type="datetimeFigureOut">
              <a:rPr lang="en-US" smtClean="0"/>
              <a:t>9/26/2023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C8750EE-24DD-443B-B443-E9B49A5B4FED}"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A9DC871-9E63-40F2-880C-6B30D586DDCD}" type="datetimeFigureOut">
              <a:rPr lang="en-US" smtClean="0"/>
              <a:t>9/26/2023</a:t>
            </a:fld>
            <a:endParaRPr lang="en-US"/>
          </a:p>
        </p:txBody>
      </p:sp>
      <p:sp>
        <p:nvSpPr>
          <p:cNvPr id="10" name="Slide Number Placeholder 9"/>
          <p:cNvSpPr>
            <a:spLocks noGrp="1"/>
          </p:cNvSpPr>
          <p:nvPr>
            <p:ph type="sldNum" sz="quarter" idx="16"/>
          </p:nvPr>
        </p:nvSpPr>
        <p:spPr/>
        <p:txBody>
          <a:bodyPr rtlCol="0"/>
          <a:lstStyle/>
          <a:p>
            <a:fld id="{EC8750EE-24DD-443B-B443-E9B49A5B4FED}"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A9DC871-9E63-40F2-880C-6B30D586DDCD}" type="datetimeFigureOut">
              <a:rPr lang="en-US" smtClean="0"/>
              <a:t>9/26/2023</a:t>
            </a:fld>
            <a:endParaRPr lang="en-US"/>
          </a:p>
        </p:txBody>
      </p:sp>
      <p:sp>
        <p:nvSpPr>
          <p:cNvPr id="12" name="Slide Number Placeholder 11"/>
          <p:cNvSpPr>
            <a:spLocks noGrp="1"/>
          </p:cNvSpPr>
          <p:nvPr>
            <p:ph type="sldNum" sz="quarter" idx="16"/>
          </p:nvPr>
        </p:nvSpPr>
        <p:spPr/>
        <p:txBody>
          <a:bodyPr rtlCol="0"/>
          <a:lstStyle/>
          <a:p>
            <a:fld id="{EC8750EE-24DD-443B-B443-E9B49A5B4FED}"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A9DC871-9E63-40F2-880C-6B30D586DDCD}" type="datetimeFigureOut">
              <a:rPr lang="en-US" smtClean="0"/>
              <a:t>9/26/2023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C8750EE-24DD-443B-B443-E9B49A5B4FE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9DC871-9E63-40F2-880C-6B30D586DDCD}" type="datetimeFigureOut">
              <a:rPr lang="en-US" smtClean="0"/>
              <a:t>9/26/2023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C8750EE-24DD-443B-B443-E9B49A5B4FE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A9DC871-9E63-40F2-880C-6B30D586DDCD}" type="datetimeFigureOut">
              <a:rPr lang="en-US" smtClean="0"/>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C8750EE-24DD-443B-B443-E9B49A5B4FED}"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A9DC871-9E63-40F2-880C-6B30D586DDCD}" type="datetimeFigureOut">
              <a:rPr lang="en-US" smtClean="0"/>
              <a:t>9/26/2023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C8750EE-24DD-443B-B443-E9B49A5B4FED}"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9DC871-9E63-40F2-880C-6B30D586DDCD}"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8750EE-24DD-443B-B443-E9B49A5B4FE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A9DC871-9E63-40F2-880C-6B30D586DDCD}" type="datetimeFigureOut">
              <a:rPr lang="en-US" smtClean="0"/>
              <a:t>9/26/2023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C8750EE-24DD-443B-B443-E9B49A5B4FE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A9DC871-9E63-40F2-880C-6B30D586DDCD}" type="datetimeFigureOut">
              <a:rPr lang="en-US" smtClean="0"/>
              <a:t>9/26/2023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C8750EE-24DD-443B-B443-E9B49A5B4FE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1828800"/>
            <a:ext cx="6477000" cy="1828800"/>
          </a:xfrm>
        </p:spPr>
        <p:txBody>
          <a:bodyPr/>
          <a:lstStyle/>
          <a:p>
            <a:pPr algn="ctr"/>
            <a:r>
              <a:rPr lang="en-US" dirty="0" smtClean="0"/>
              <a:t>Oracle Scheduler Concepts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Oracle Scheduler Concepts refer to the fundamental ideas and components that form the basis of Oracle Scheduler, a powerful job scheduling and automation tool within the Oracle Database. Oracle Scheduler is designed to help automate and manage a wide range of tasks, jobs, and processes within the database environment.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Autofit/>
          </a:bodyPr>
          <a:lstStyle/>
          <a:p>
            <a:r>
              <a:rPr lang="en-US" sz="2000" b="1" dirty="0" smtClean="0"/>
              <a:t>Job</a:t>
            </a:r>
            <a:r>
              <a:rPr lang="en-US" sz="2000" dirty="0" smtClean="0"/>
              <a:t>: A job is a specific task or unit of work that you want to automate using Oracle Scheduler. Jobs can include activities like running SQL scripts, PL/SQL procedures, external scripts, or data transformations. Jobs are at the core of Oracle Scheduler.</a:t>
            </a:r>
          </a:p>
          <a:p>
            <a:r>
              <a:rPr lang="en-US" sz="2000" b="1" dirty="0" smtClean="0"/>
              <a:t>Program</a:t>
            </a:r>
            <a:r>
              <a:rPr lang="en-US" sz="2000" dirty="0" smtClean="0"/>
              <a:t>: A program defines what a job does. It specifies the executable and arguments required to perform a particular task. Programs can include stored procedures, executable files, or scripts. A job references a program to execute a specific task.</a:t>
            </a:r>
          </a:p>
          <a:p>
            <a:r>
              <a:rPr lang="en-US" sz="2000" b="1" dirty="0" smtClean="0"/>
              <a:t>Schedule</a:t>
            </a:r>
            <a:r>
              <a:rPr lang="en-US" sz="2000" dirty="0" smtClean="0"/>
              <a:t>: A schedule defines when and how often a job should run. It specifies the frequency, start time, end time, and recurrence pattern for executing a job. Schedules allow you to control the timing of job execution</a:t>
            </a:r>
            <a:r>
              <a:rPr lang="en-US" sz="2000" dirty="0" smtClean="0"/>
              <a:t>.</a:t>
            </a:r>
            <a:endParaRPr lang="en-US" sz="20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b="1" dirty="0" smtClean="0"/>
              <a:t>Job Class</a:t>
            </a:r>
            <a:r>
              <a:rPr lang="en-US" dirty="0" smtClean="0"/>
              <a:t>: Job classes are used to categorize and manage jobs. You can assign jobs to specific job classes based on their characteristics or priorities. Job classes help in resource allocation and prioritization of job </a:t>
            </a:r>
            <a:r>
              <a:rPr lang="en-US" dirty="0" smtClean="0"/>
              <a:t>execution</a:t>
            </a:r>
          </a:p>
          <a:p>
            <a:r>
              <a:rPr lang="en-US" b="1" dirty="0" smtClean="0"/>
              <a:t>Window</a:t>
            </a:r>
            <a:r>
              <a:rPr lang="en-US" dirty="0" smtClean="0"/>
              <a:t>: A window is a specific time interval during which jobs are allowed to run. Windows are often used to control when maintenance tasks or resource-intensive jobs can be executed, ensuring they don't interfere with critical workloads.</a:t>
            </a:r>
          </a:p>
          <a:p>
            <a:r>
              <a:rPr lang="en-US" b="1" dirty="0" smtClean="0"/>
              <a:t>Dependency</a:t>
            </a:r>
            <a:r>
              <a:rPr lang="en-US" dirty="0" smtClean="0"/>
              <a:t>: Dependency defines the relationship between jobs. You can specify that one job should only run after another job has completed successfully. Dependencies enable you to create job chains and manage complex workflows.</a:t>
            </a:r>
          </a:p>
          <a:p>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Scheduling Jobs with Oracle Scheduler</a:t>
            </a:r>
            <a:endParaRPr lang="en-US" dirty="0"/>
          </a:p>
        </p:txBody>
      </p:sp>
      <p:sp>
        <p:nvSpPr>
          <p:cNvPr id="3" name="Content Placeholder 2"/>
          <p:cNvSpPr>
            <a:spLocks noGrp="1"/>
          </p:cNvSpPr>
          <p:nvPr>
            <p:ph sz="quarter" idx="1"/>
          </p:nvPr>
        </p:nvSpPr>
        <p:spPr/>
        <p:txBody>
          <a:bodyPr/>
          <a:lstStyle/>
          <a:p>
            <a:r>
              <a:rPr lang="en-US" dirty="0" smtClean="0"/>
              <a:t>"Scheduling Jobs with Oracle Scheduler" involves using Oracle Scheduler, a feature within the Oracle Database, to automate and manage the execution of various tasks or jobs at specified times or under specific conditions.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b="1" dirty="0" smtClean="0"/>
              <a:t>Creating Jobs</a:t>
            </a:r>
            <a:r>
              <a:rPr lang="en-US" dirty="0" smtClean="0"/>
              <a:t>: To schedule jobs with Oracle Scheduler, you first need to define the jobs you want to automate. Jobs can include tasks like running SQL scripts, PL/SQL procedures, or external scripts. These jobs are encapsulated as objects within the database.</a:t>
            </a:r>
          </a:p>
          <a:p>
            <a:r>
              <a:rPr lang="en-US" b="1" dirty="0" smtClean="0"/>
              <a:t>Defining Programs</a:t>
            </a:r>
            <a:r>
              <a:rPr lang="en-US" dirty="0" smtClean="0"/>
              <a:t>: For each job, you need to specify a program that defines what the job does. The program specifies the executable or procedure to run, as well as any required arguments or parameters. Programs can be created within the database or reference external executables.</a:t>
            </a:r>
          </a:p>
          <a:p>
            <a:r>
              <a:rPr lang="en-US" b="1" dirty="0" smtClean="0"/>
              <a:t>Setting Schedules</a:t>
            </a:r>
            <a:r>
              <a:rPr lang="en-US" dirty="0" smtClean="0"/>
              <a:t>: Once you have defined jobs and programs, you need to create schedules that determine when and how often these jobs should run. Schedules can be configured to execute jobs at specific times of the day, week, or month, and they can include options like specifying start and end times or recurring patterns.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b="1" dirty="0" smtClean="0"/>
              <a:t>Monitoring and Notifications</a:t>
            </a:r>
            <a:r>
              <a:rPr lang="en-US" dirty="0" smtClean="0"/>
              <a:t>: Oracle Scheduler provides tools for monitoring the execution of scheduled jobs. You can view job status, logs, and performance metrics. Notifications can be configured to alert administrators when specific events or job outcomes occur.</a:t>
            </a:r>
          </a:p>
          <a:p>
            <a:r>
              <a:rPr lang="en-US" b="1" dirty="0" smtClean="0"/>
              <a:t>Job History</a:t>
            </a:r>
            <a:r>
              <a:rPr lang="en-US" dirty="0" smtClean="0"/>
              <a:t>: Oracle Scheduler maintains a history of job executions, allowing administrators to track the progress of jobs, view job status, and diagnose problems. This historical data can be valuable for auditing and troubleshooting purposes.</a:t>
            </a:r>
          </a:p>
          <a:p>
            <a:r>
              <a:rPr lang="en-US" b="1" dirty="0" smtClean="0"/>
              <a:t>Security and Access Control</a:t>
            </a:r>
            <a:r>
              <a:rPr lang="en-US" dirty="0" smtClean="0"/>
              <a:t>: Access control mechanisms ensure that only authorized users can create, modify, or execute scheduled jobs. This helps protect sensitive data and ensures that job scheduling is secure.</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Administering Oracle Schedule</a:t>
            </a:r>
            <a:endParaRPr lang="en-US" dirty="0"/>
          </a:p>
        </p:txBody>
      </p:sp>
      <p:sp>
        <p:nvSpPr>
          <p:cNvPr id="3" name="Content Placeholder 2"/>
          <p:cNvSpPr>
            <a:spLocks noGrp="1"/>
          </p:cNvSpPr>
          <p:nvPr>
            <p:ph sz="quarter" idx="1"/>
          </p:nvPr>
        </p:nvSpPr>
        <p:spPr/>
        <p:txBody>
          <a:bodyPr>
            <a:normAutofit fontScale="77500" lnSpcReduction="20000"/>
          </a:bodyPr>
          <a:lstStyle/>
          <a:p>
            <a:r>
              <a:rPr lang="en-US" b="1" dirty="0" smtClean="0"/>
              <a:t>Job Management</a:t>
            </a:r>
            <a:r>
              <a:rPr lang="en-US" dirty="0" smtClean="0"/>
              <a:t>: Administrators are responsible for creating, modifying, and deleting jobs. This includes defining the job type (e.g., SQL script, PL/SQL procedure), setting job attributes, specifying the program to execute, and assigning the job to schedules.</a:t>
            </a:r>
          </a:p>
          <a:p>
            <a:r>
              <a:rPr lang="en-US" b="1" dirty="0" smtClean="0"/>
              <a:t>Programs and Executables</a:t>
            </a:r>
            <a:r>
              <a:rPr lang="en-US" dirty="0" smtClean="0"/>
              <a:t>: Administrators manage programs and executables associated with jobs. This involves defining the programs, specifying executable files or PL/SQL procedures, and configuring program attributes.</a:t>
            </a:r>
          </a:p>
          <a:p>
            <a:r>
              <a:rPr lang="en-US" b="1" dirty="0" smtClean="0"/>
              <a:t>Schedules</a:t>
            </a:r>
            <a:r>
              <a:rPr lang="en-US" dirty="0" smtClean="0"/>
              <a:t>: Administering Oracle Scheduler involves the creation, modification, and deletion of schedules. Administrators determine when jobs should run by defining schedules, specifying start and end times, and configuring recurring patterns.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20000"/>
          </a:bodyPr>
          <a:lstStyle/>
          <a:p>
            <a:r>
              <a:rPr lang="en-US" b="1" dirty="0" smtClean="0"/>
              <a:t>Dependency Management</a:t>
            </a:r>
            <a:r>
              <a:rPr lang="en-US" dirty="0" smtClean="0"/>
              <a:t>: Administrators establish dependencies between jobs when needed. Dependencies define the order in which jobs are executed and ensure that specific conditions are met before a job starts.</a:t>
            </a:r>
          </a:p>
          <a:p>
            <a:r>
              <a:rPr lang="en-US" b="1" dirty="0" smtClean="0"/>
              <a:t>Window Configuration</a:t>
            </a:r>
            <a:r>
              <a:rPr lang="en-US" dirty="0" smtClean="0"/>
              <a:t>: Windows, which specify time intervals during which jobs are allowed to run, are set up and managed by administrators. Windows help control job execution during different time frames, such as peak and off-peak hours.</a:t>
            </a:r>
          </a:p>
          <a:p>
            <a:r>
              <a:rPr lang="en-US" b="1" dirty="0" smtClean="0"/>
              <a:t>Resource Allocation</a:t>
            </a:r>
            <a:r>
              <a:rPr lang="en-US" dirty="0" smtClean="0"/>
              <a:t>: Resource plans and job classes are configured to manage resource allocation to jobs. Administrators ensure that critical jobs receive adequate system resources while preventing resource contention.</a:t>
            </a:r>
            <a:endParaRPr lang="en-US" smtClean="0"/>
          </a:p>
          <a:p>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9</TotalTime>
  <Words>859</Words>
  <Application>Microsoft Office PowerPoint</Application>
  <PresentationFormat>On-screen Show (4:3)</PresentationFormat>
  <Paragraphs>23</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Median</vt:lpstr>
      <vt:lpstr>Oracle Scheduler Concepts</vt:lpstr>
      <vt:lpstr>Slide 2</vt:lpstr>
      <vt:lpstr>Slide 3</vt:lpstr>
      <vt:lpstr>Slide 4</vt:lpstr>
      <vt:lpstr>Scheduling Jobs with Oracle Scheduler</vt:lpstr>
      <vt:lpstr>Slide 6</vt:lpstr>
      <vt:lpstr>Slide 7</vt:lpstr>
      <vt:lpstr>Administering Oracle Schedule</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jjsir</dc:creator>
  <cp:lastModifiedBy>jjsir</cp:lastModifiedBy>
  <cp:revision>8</cp:revision>
  <dcterms:created xsi:type="dcterms:W3CDTF">2023-09-26T16:47:39Z</dcterms:created>
  <dcterms:modified xsi:type="dcterms:W3CDTF">2023-09-26T16:56:43Z</dcterms:modified>
</cp:coreProperties>
</file>