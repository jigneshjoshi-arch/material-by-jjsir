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DBF9F019-EF5A-4211-80E3-B5A507FAA3BD}" type="datetimeFigureOut">
              <a:rPr lang="en-US" smtClean="0"/>
              <a:t>9/26/2023</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8B5CB8F7-7A40-489C-BC09-7127CA724C91}"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DBF9F019-EF5A-4211-80E3-B5A507FAA3BD}"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8B5CB8F7-7A40-489C-BC09-7127CA724C91}" type="slidenum">
              <a:rPr lang="en-US" smtClean="0"/>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DBF9F019-EF5A-4211-80E3-B5A507FAA3BD}" type="datetimeFigureOut">
              <a:rPr lang="en-US" smtClean="0"/>
              <a:t>9/26/2023</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8B5CB8F7-7A40-489C-BC09-7127CA724C91}"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DBF9F019-EF5A-4211-80E3-B5A507FAA3BD}" type="datetimeFigureOut">
              <a:rPr lang="en-US" smtClean="0"/>
              <a:t>9/26/2023</a:t>
            </a:fld>
            <a:endParaRPr lang="en-US"/>
          </a:p>
        </p:txBody>
      </p:sp>
      <p:sp>
        <p:nvSpPr>
          <p:cNvPr id="10" name="Slide Number Placeholder 9"/>
          <p:cNvSpPr>
            <a:spLocks noGrp="1"/>
          </p:cNvSpPr>
          <p:nvPr>
            <p:ph type="sldNum" sz="quarter" idx="16"/>
          </p:nvPr>
        </p:nvSpPr>
        <p:spPr/>
        <p:txBody>
          <a:bodyPr rtlCol="0"/>
          <a:lstStyle/>
          <a:p>
            <a:fld id="{8B5CB8F7-7A40-489C-BC09-7127CA724C91}" type="slidenum">
              <a:rPr lang="en-US" smtClean="0"/>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DBF9F019-EF5A-4211-80E3-B5A507FAA3BD}" type="datetimeFigureOut">
              <a:rPr lang="en-US" smtClean="0"/>
              <a:t>9/26/2023</a:t>
            </a:fld>
            <a:endParaRPr lang="en-US"/>
          </a:p>
        </p:txBody>
      </p:sp>
      <p:sp>
        <p:nvSpPr>
          <p:cNvPr id="12" name="Slide Number Placeholder 11"/>
          <p:cNvSpPr>
            <a:spLocks noGrp="1"/>
          </p:cNvSpPr>
          <p:nvPr>
            <p:ph type="sldNum" sz="quarter" idx="16"/>
          </p:nvPr>
        </p:nvSpPr>
        <p:spPr/>
        <p:txBody>
          <a:bodyPr rtlCol="0"/>
          <a:lstStyle/>
          <a:p>
            <a:fld id="{8B5CB8F7-7A40-489C-BC09-7127CA724C91}" type="slidenum">
              <a:rPr lang="en-US" smtClean="0"/>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DBF9F019-EF5A-4211-80E3-B5A507FAA3BD}" type="datetimeFigureOut">
              <a:rPr lang="en-US" smtClean="0"/>
              <a:t>9/26/2023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8B5CB8F7-7A40-489C-BC09-7127CA724C9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F9F019-EF5A-4211-80E3-B5A507FAA3BD}" type="datetimeFigureOut">
              <a:rPr lang="en-US" smtClean="0"/>
              <a:t>9/26/2023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8B5CB8F7-7A40-489C-BC09-7127CA724C9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DBF9F019-EF5A-4211-80E3-B5A507FAA3BD}" type="datetimeFigureOut">
              <a:rPr lang="en-US" smtClean="0"/>
              <a:t>9/26/2023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8B5CB8F7-7A40-489C-BC09-7127CA724C91}" type="slidenum">
              <a:rPr lang="en-US" smtClean="0"/>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DBF9F019-EF5A-4211-80E3-B5A507FAA3BD}" type="datetimeFigureOut">
              <a:rPr lang="en-US" smtClean="0"/>
              <a:t>9/26/2023</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8B5CB8F7-7A40-489C-BC09-7127CA724C91}" type="slidenum">
              <a:rPr lang="en-US" smtClean="0"/>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BF9F019-EF5A-4211-80E3-B5A507FAA3BD}" type="datetimeFigureOut">
              <a:rPr lang="en-US" smtClean="0"/>
              <a:t>9/26/2023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B5CB8F7-7A40-489C-BC09-7127CA724C9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DBF9F019-EF5A-4211-80E3-B5A507FAA3BD}" type="datetimeFigureOut">
              <a:rPr lang="en-US" smtClean="0"/>
              <a:t>9/26/2023</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8B5CB8F7-7A40-489C-BC09-7127CA724C9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DBF9F019-EF5A-4211-80E3-B5A507FAA3BD}" type="datetimeFigureOut">
              <a:rPr lang="en-US" smtClean="0"/>
              <a:t>9/26/2023</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8B5CB8F7-7A40-489C-BC09-7127CA724C9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76400" y="1905000"/>
            <a:ext cx="6477000" cy="1828800"/>
          </a:xfrm>
        </p:spPr>
        <p:txBody>
          <a:bodyPr>
            <a:normAutofit fontScale="90000"/>
          </a:bodyPr>
          <a:lstStyle/>
          <a:p>
            <a:r>
              <a:rPr lang="en-US" dirty="0" smtClean="0"/>
              <a:t>Managing Resources with Oracle Database Resource Manager</a:t>
            </a:r>
            <a:endParaRPr lang="en-US" dirty="0"/>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smtClean="0"/>
              <a:t>Oracle Database Resource Manager is a powerful feature that allows database administrators (DBAs) to manage and </a:t>
            </a:r>
            <a:r>
              <a:rPr lang="en-US" dirty="0" smtClean="0"/>
              <a:t>priority base </a:t>
            </a:r>
            <a:r>
              <a:rPr lang="en-US" dirty="0" smtClean="0"/>
              <a:t>resource usage to ensure optimal performance and fairness among different database users and applications.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85000" lnSpcReduction="20000"/>
          </a:bodyPr>
          <a:lstStyle/>
          <a:p>
            <a:r>
              <a:rPr lang="en-US" b="1" dirty="0" smtClean="0"/>
              <a:t>Resource Allocation:</a:t>
            </a:r>
            <a:r>
              <a:rPr lang="en-US" dirty="0" smtClean="0"/>
              <a:t> Oracle Database Resource Manager enables DBAs to allocate system resources, such as CPU, memory, and I/O, to different user groups, applications, and database tasks based on predefined rules and priorities. This ensures that critical applications receive the necessary resources while preventing resource contention and performance bottlenecks.</a:t>
            </a:r>
          </a:p>
          <a:p>
            <a:r>
              <a:rPr lang="en-US" b="1" dirty="0" smtClean="0"/>
              <a:t>Workload Management:</a:t>
            </a:r>
            <a:r>
              <a:rPr lang="en-US" dirty="0" smtClean="0"/>
              <a:t> DBAs can define and manage resource consumer groups, each representing a category of users or applications with specific resource requirements. </a:t>
            </a:r>
            <a:r>
              <a:rPr lang="en-US" dirty="0" smtClean="0"/>
              <a:t>For </a:t>
            </a:r>
            <a:r>
              <a:rPr lang="en-US" dirty="0" smtClean="0"/>
              <a:t>example, a DBA can create separate consumer groups for online transaction processing (OLTP) and reporting workloads, assigning different resource shares to each group.</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lnSpcReduction="20000"/>
          </a:bodyPr>
          <a:lstStyle/>
          <a:p>
            <a:r>
              <a:rPr lang="en-US" b="1" dirty="0" smtClean="0"/>
              <a:t>Resource Plans:</a:t>
            </a:r>
            <a:r>
              <a:rPr lang="en-US" dirty="0" smtClean="0"/>
              <a:t> Resource Manager allows the creation of resource plans that specify how resources are distributed among consumer groups during different time intervals or specific events. For instance, during peak business hours, a resource plan may prioritize resources for the OLTP consumer group, ensuring responsive transaction processing.</a:t>
            </a:r>
          </a:p>
          <a:p>
            <a:r>
              <a:rPr lang="en-US" b="1" dirty="0" smtClean="0"/>
              <a:t>Automatic Switching:</a:t>
            </a:r>
            <a:r>
              <a:rPr lang="en-US" dirty="0" smtClean="0"/>
              <a:t> Resource Manager can automatically switch between resource plans based on predefined conditions or performance thresholds. This adaptive management ensures that resources are allocated appropriately as workload patterns change.</a:t>
            </a:r>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normAutofit fontScale="92500"/>
          </a:bodyPr>
          <a:lstStyle/>
          <a:p>
            <a:r>
              <a:rPr lang="en-US" b="1" dirty="0" smtClean="0"/>
              <a:t>Priority-Based Queuing:</a:t>
            </a:r>
            <a:r>
              <a:rPr lang="en-US" dirty="0" smtClean="0"/>
              <a:t> Resource Manager supports queue-based scheduling, allowing high-priority tasks to be executed before lower-priority ones. This helps ensure that mission-critical processes are not delayed by less important workloads</a:t>
            </a:r>
            <a:r>
              <a:rPr lang="en-US" dirty="0" smtClean="0"/>
              <a:t>.</a:t>
            </a:r>
          </a:p>
          <a:p>
            <a:r>
              <a:rPr lang="en-US" b="1" dirty="0" smtClean="0"/>
              <a:t>Monitoring and Reporting:</a:t>
            </a:r>
            <a:r>
              <a:rPr lang="en-US" dirty="0" smtClean="0"/>
              <a:t> Resource Manager provides monitoring tools and reports to help DBAs track resource usage and identify potential resource contention issues. It also offers insights into which consumer groups are utilizing resources most effectively.</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23</TotalTime>
  <Words>310</Words>
  <Application>Microsoft Office PowerPoint</Application>
  <PresentationFormat>On-screen Show (4:3)</PresentationFormat>
  <Paragraphs>8</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Median</vt:lpstr>
      <vt:lpstr>Managing Resources with Oracle Database Resource Manager</vt:lpstr>
      <vt:lpstr>Slide 2</vt:lpstr>
      <vt:lpstr>Slide 3</vt:lpstr>
      <vt:lpstr>Slide 4</vt:lpstr>
      <vt:lpstr>Slide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jjsir</dc:creator>
  <cp:lastModifiedBy>jjsir</cp:lastModifiedBy>
  <cp:revision>13</cp:revision>
  <dcterms:created xsi:type="dcterms:W3CDTF">2023-09-26T16:23:52Z</dcterms:created>
  <dcterms:modified xsi:type="dcterms:W3CDTF">2023-09-26T16:47:24Z</dcterms:modified>
</cp:coreProperties>
</file>