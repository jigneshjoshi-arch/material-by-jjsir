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1482434-FD99-4920-898D-AE29A189866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4E3A796-1692-4473-AA90-AF2B78452D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0166" y="1357298"/>
            <a:ext cx="6477000" cy="1828800"/>
          </a:xfrm>
        </p:spPr>
        <p:txBody>
          <a:bodyPr/>
          <a:lstStyle/>
          <a:p>
            <a:pPr algn="ctr"/>
            <a:r>
              <a:rPr lang="en-US" dirty="0" smtClean="0"/>
              <a:t>Oracle Topics Overview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Rollback Segment, Import, Export, SQL*Loader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Rollback Segment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What </a:t>
            </a:r>
            <a:r>
              <a:rPr lang="en-US" b="1" dirty="0" smtClean="0"/>
              <a:t>is a Rollback Segment?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/>
              <a:t>Rollback Segment</a:t>
            </a:r>
            <a:r>
              <a:rPr lang="en-US" dirty="0" smtClean="0"/>
              <a:t> is a part of Oracle’s undo system that stores the </a:t>
            </a:r>
            <a:r>
              <a:rPr lang="en-US" i="1" dirty="0" smtClean="0"/>
              <a:t>before images</a:t>
            </a:r>
            <a:r>
              <a:rPr lang="en-US" dirty="0" smtClean="0"/>
              <a:t> of data. This allows Oracle to:</a:t>
            </a:r>
          </a:p>
          <a:p>
            <a:pPr lvl="1"/>
            <a:r>
              <a:rPr lang="en-US" dirty="0" smtClean="0"/>
              <a:t>Roll back (undo) changes from incomplete transactions</a:t>
            </a:r>
          </a:p>
          <a:p>
            <a:pPr lvl="1"/>
            <a:r>
              <a:rPr lang="en-US" dirty="0" smtClean="0"/>
              <a:t>Provide </a:t>
            </a:r>
            <a:r>
              <a:rPr lang="en-US" i="1" dirty="0" smtClean="0"/>
              <a:t>read consistency</a:t>
            </a:r>
            <a:r>
              <a:rPr lang="en-US" dirty="0" smtClean="0"/>
              <a:t> to other users</a:t>
            </a:r>
          </a:p>
          <a:p>
            <a:r>
              <a:rPr lang="en-US" b="1" dirty="0" smtClean="0"/>
              <a:t>How </a:t>
            </a:r>
            <a:r>
              <a:rPr lang="en-US" b="1" dirty="0" smtClean="0"/>
              <a:t>it Works</a:t>
            </a:r>
          </a:p>
          <a:p>
            <a:pPr lvl="1"/>
            <a:r>
              <a:rPr lang="en-US" dirty="0" smtClean="0"/>
              <a:t>When a transaction starts and modifies </a:t>
            </a:r>
            <a:r>
              <a:rPr lang="en-US" dirty="0" smtClean="0"/>
              <a:t>data: Oracle </a:t>
            </a:r>
            <a:r>
              <a:rPr lang="en-US" dirty="0" smtClean="0"/>
              <a:t>writes the original data (before changes) into the rollback segment.</a:t>
            </a:r>
          </a:p>
          <a:p>
            <a:pPr lvl="1"/>
            <a:r>
              <a:rPr lang="en-US" dirty="0" smtClean="0"/>
              <a:t>If the transaction is committed – the changes become permanent.</a:t>
            </a:r>
          </a:p>
          <a:p>
            <a:pPr lvl="1"/>
            <a:r>
              <a:rPr lang="en-US" dirty="0" smtClean="0"/>
              <a:t>If it's rolled back – the original data from the rollback segment is restored.</a:t>
            </a:r>
          </a:p>
          <a:p>
            <a:r>
              <a:rPr lang="en-US" b="1" dirty="0" smtClean="0"/>
              <a:t>Use </a:t>
            </a:r>
            <a:r>
              <a:rPr lang="en-US" b="1" dirty="0" smtClean="0"/>
              <a:t>Cases:</a:t>
            </a:r>
          </a:p>
          <a:p>
            <a:pPr lvl="1"/>
            <a:r>
              <a:rPr lang="en-US" dirty="0" smtClean="0"/>
              <a:t>Transaction fails due to power loss, user error, or constraint violation</a:t>
            </a:r>
          </a:p>
          <a:p>
            <a:pPr lvl="1"/>
            <a:r>
              <a:rPr lang="en-US" dirty="0" smtClean="0"/>
              <a:t>Long-running SELECT queries need a consistent snapshot of the data, even while other users make changes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Import (IMP) Utility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What </a:t>
            </a:r>
            <a:r>
              <a:rPr lang="en-US" b="1" dirty="0" smtClean="0"/>
              <a:t>is Import?</a:t>
            </a:r>
          </a:p>
          <a:p>
            <a:pPr lvl="1"/>
            <a:r>
              <a:rPr lang="en-US" dirty="0" smtClean="0"/>
              <a:t>Oracle's </a:t>
            </a:r>
            <a:r>
              <a:rPr lang="en-US" b="1" dirty="0" smtClean="0"/>
              <a:t>Import (IMP)</a:t>
            </a:r>
            <a:r>
              <a:rPr lang="en-US" dirty="0" smtClean="0"/>
              <a:t> tool reads a .</a:t>
            </a:r>
            <a:r>
              <a:rPr lang="en-US" dirty="0" err="1" smtClean="0"/>
              <a:t>dmp</a:t>
            </a:r>
            <a:r>
              <a:rPr lang="en-US" dirty="0" smtClean="0"/>
              <a:t> file created by the Export utility and loads the data into a database.</a:t>
            </a:r>
          </a:p>
          <a:p>
            <a:r>
              <a:rPr lang="en-US" b="1" dirty="0" smtClean="0"/>
              <a:t>Types </a:t>
            </a:r>
            <a:r>
              <a:rPr lang="en-US" b="1" dirty="0" smtClean="0"/>
              <a:t>of Import:</a:t>
            </a:r>
          </a:p>
          <a:p>
            <a:pPr lvl="1"/>
            <a:r>
              <a:rPr lang="en-US" b="1" dirty="0" smtClean="0"/>
              <a:t>Full Import</a:t>
            </a:r>
            <a:r>
              <a:rPr lang="en-US" dirty="0" smtClean="0"/>
              <a:t> – All database objects</a:t>
            </a:r>
          </a:p>
          <a:p>
            <a:pPr lvl="1"/>
            <a:r>
              <a:rPr lang="en-US" b="1" dirty="0" smtClean="0"/>
              <a:t>User-level Import</a:t>
            </a:r>
            <a:r>
              <a:rPr lang="en-US" dirty="0" smtClean="0"/>
              <a:t> – Only objects belonging to a specific user</a:t>
            </a:r>
          </a:p>
          <a:p>
            <a:pPr lvl="1"/>
            <a:r>
              <a:rPr lang="en-US" b="1" dirty="0" smtClean="0"/>
              <a:t>Table-level Import</a:t>
            </a:r>
            <a:r>
              <a:rPr lang="en-US" dirty="0" smtClean="0"/>
              <a:t> – Only specific tables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Export (EXP) Utility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What is Export?</a:t>
            </a:r>
          </a:p>
          <a:p>
            <a:pPr lvl="1"/>
            <a:r>
              <a:rPr lang="en-US" dirty="0" smtClean="0"/>
              <a:t>The </a:t>
            </a:r>
            <a:r>
              <a:rPr lang="en-US" b="1" dirty="0" smtClean="0"/>
              <a:t>Export (EXP)</a:t>
            </a:r>
            <a:r>
              <a:rPr lang="en-US" dirty="0" smtClean="0"/>
              <a:t> utility is used to </a:t>
            </a:r>
            <a:r>
              <a:rPr lang="en-US" b="1" dirty="0" smtClean="0"/>
              <a:t>dump Oracle database objects and data</a:t>
            </a:r>
            <a:r>
              <a:rPr lang="en-US" dirty="0" smtClean="0"/>
              <a:t> into a binary .</a:t>
            </a:r>
            <a:r>
              <a:rPr lang="en-US" dirty="0" err="1" smtClean="0"/>
              <a:t>dmp</a:t>
            </a:r>
            <a:r>
              <a:rPr lang="en-US" dirty="0" smtClean="0"/>
              <a:t> file.</a:t>
            </a:r>
          </a:p>
          <a:p>
            <a:r>
              <a:rPr lang="en-US" b="1" dirty="0" smtClean="0"/>
              <a:t>Types </a:t>
            </a:r>
            <a:r>
              <a:rPr lang="en-US" b="1" dirty="0" smtClean="0"/>
              <a:t>of Export:</a:t>
            </a:r>
          </a:p>
          <a:p>
            <a:pPr lvl="1"/>
            <a:r>
              <a:rPr lang="en-US" dirty="0" smtClean="0"/>
              <a:t>Full Database Export</a:t>
            </a:r>
          </a:p>
          <a:p>
            <a:pPr lvl="1"/>
            <a:r>
              <a:rPr lang="en-US" dirty="0" smtClean="0"/>
              <a:t>Table </a:t>
            </a:r>
            <a:r>
              <a:rPr lang="en-US" dirty="0" smtClean="0"/>
              <a:t>Export</a:t>
            </a:r>
          </a:p>
          <a:p>
            <a:pPr lvl="1"/>
            <a:r>
              <a:rPr lang="en-US" dirty="0" err="1" smtClean="0"/>
              <a:t>Tablespace</a:t>
            </a:r>
            <a:r>
              <a:rPr lang="en-US" dirty="0" smtClean="0"/>
              <a:t> Export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SQL*Loader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SQL*Loader</a:t>
            </a:r>
            <a:r>
              <a:rPr lang="en-US" dirty="0" smtClean="0"/>
              <a:t> </a:t>
            </a:r>
            <a:r>
              <a:rPr lang="en-US" dirty="0" smtClean="0"/>
              <a:t>is a powerful command-line tool for loading large volumes of data from external files (like .</a:t>
            </a:r>
            <a:r>
              <a:rPr lang="en-US" dirty="0" err="1" smtClean="0"/>
              <a:t>csv</a:t>
            </a:r>
            <a:r>
              <a:rPr lang="en-US" dirty="0" smtClean="0"/>
              <a:t>, .txt) into Oracle tables.</a:t>
            </a:r>
          </a:p>
          <a:p>
            <a:r>
              <a:rPr lang="en-US" b="1" dirty="0" smtClean="0"/>
              <a:t>File </a:t>
            </a:r>
            <a:r>
              <a:rPr lang="en-US" b="1" dirty="0" smtClean="0"/>
              <a:t>Types:</a:t>
            </a:r>
          </a:p>
          <a:p>
            <a:pPr lvl="1"/>
            <a:r>
              <a:rPr lang="en-US" b="1" dirty="0" smtClean="0"/>
              <a:t>Data File (.</a:t>
            </a:r>
            <a:r>
              <a:rPr lang="en-US" b="1" dirty="0" err="1" smtClean="0"/>
              <a:t>csv</a:t>
            </a:r>
            <a:r>
              <a:rPr lang="en-US" b="1" dirty="0" smtClean="0"/>
              <a:t>, .txt)</a:t>
            </a:r>
            <a:r>
              <a:rPr lang="en-US" dirty="0" smtClean="0"/>
              <a:t> – contains the actual data</a:t>
            </a:r>
          </a:p>
          <a:p>
            <a:pPr lvl="1"/>
            <a:r>
              <a:rPr lang="en-US" b="1" dirty="0" smtClean="0"/>
              <a:t>Control File (.</a:t>
            </a:r>
            <a:r>
              <a:rPr lang="en-US" b="1" dirty="0" err="1" smtClean="0"/>
              <a:t>ctl</a:t>
            </a:r>
            <a:r>
              <a:rPr lang="en-US" b="1" dirty="0" smtClean="0"/>
              <a:t>)</a:t>
            </a:r>
            <a:r>
              <a:rPr lang="en-US" dirty="0" smtClean="0"/>
              <a:t> – defines how the data should be loaded</a:t>
            </a:r>
          </a:p>
          <a:p>
            <a:pPr lvl="1"/>
            <a:r>
              <a:rPr lang="en-US" b="1" dirty="0" smtClean="0"/>
              <a:t>Log File</a:t>
            </a:r>
            <a:r>
              <a:rPr lang="en-US" dirty="0" smtClean="0"/>
              <a:t> – captures load process logs</a:t>
            </a:r>
          </a:p>
          <a:p>
            <a:pPr lvl="1"/>
            <a:r>
              <a:rPr lang="en-US" b="1" dirty="0" smtClean="0"/>
              <a:t>Bad File</a:t>
            </a:r>
            <a:r>
              <a:rPr lang="en-US" dirty="0" smtClean="0"/>
              <a:t> – stores records that failed to load</a:t>
            </a:r>
          </a:p>
          <a:p>
            <a:r>
              <a:rPr lang="en-US" b="1" dirty="0" smtClean="0"/>
              <a:t>Modes </a:t>
            </a:r>
            <a:r>
              <a:rPr lang="en-US" b="1" dirty="0" smtClean="0"/>
              <a:t>of Loading:</a:t>
            </a:r>
          </a:p>
          <a:p>
            <a:pPr lvl="1"/>
            <a:r>
              <a:rPr lang="en-US" b="1" dirty="0" smtClean="0"/>
              <a:t>Conventional path</a:t>
            </a:r>
            <a:r>
              <a:rPr lang="en-US" dirty="0" smtClean="0"/>
              <a:t> – uses SQL insert statements</a:t>
            </a:r>
          </a:p>
          <a:p>
            <a:pPr lvl="1"/>
            <a:r>
              <a:rPr lang="en-US" b="1" dirty="0" smtClean="0"/>
              <a:t>Direct path</a:t>
            </a:r>
            <a:r>
              <a:rPr lang="en-US" dirty="0" smtClean="0"/>
              <a:t> – writes directly to database blocks (faster)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17</TotalTime>
  <Words>337</Words>
  <Application>Microsoft Office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Median</vt:lpstr>
      <vt:lpstr>Oracle Topics Overview</vt:lpstr>
      <vt:lpstr>Rollback Segment</vt:lpstr>
      <vt:lpstr>Import (IMP) Utility</vt:lpstr>
      <vt:lpstr>Export (EXP) Utility</vt:lpstr>
      <vt:lpstr>SQL*Loader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Topics Overview</dc:title>
  <dc:creator>PC</dc:creator>
  <cp:lastModifiedBy>PC</cp:lastModifiedBy>
  <cp:revision>4</cp:revision>
  <dcterms:created xsi:type="dcterms:W3CDTF">2025-09-18T02:43:01Z</dcterms:created>
  <dcterms:modified xsi:type="dcterms:W3CDTF">2025-09-18T03:00:27Z</dcterms:modified>
</cp:coreProperties>
</file>