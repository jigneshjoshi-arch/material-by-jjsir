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E2CB99D-BB00-46EB-AD89-31144E3ABA3C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4F52DF7-FBF7-467A-B36F-4C2B49F4E3C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1. Initialization Parameters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What is it?</a:t>
            </a:r>
          </a:p>
          <a:p>
            <a:pPr lvl="1"/>
            <a:r>
              <a:rPr lang="en-US" dirty="0" smtClean="0"/>
              <a:t>Initialization parameters are settings that tell Oracle how to start and run the database. </a:t>
            </a:r>
          </a:p>
          <a:p>
            <a:pPr lvl="1"/>
            <a:r>
              <a:rPr lang="en-US" dirty="0" smtClean="0"/>
              <a:t>These settings are stored in a file used during database startup.</a:t>
            </a:r>
          </a:p>
          <a:p>
            <a:r>
              <a:rPr lang="en-US" dirty="0" smtClean="0"/>
              <a:t>There are two types of initialization parameter files:</a:t>
            </a:r>
          </a:p>
          <a:p>
            <a:pPr lvl="1"/>
            <a:r>
              <a:rPr lang="en-US" b="1" dirty="0" smtClean="0"/>
              <a:t>PFILE</a:t>
            </a:r>
            <a:r>
              <a:rPr lang="en-US" dirty="0" smtClean="0"/>
              <a:t> (Parameter File) – text file (manual changes)</a:t>
            </a:r>
          </a:p>
          <a:p>
            <a:pPr lvl="1"/>
            <a:r>
              <a:rPr lang="en-US" b="1" dirty="0" smtClean="0"/>
              <a:t>SPFILE</a:t>
            </a:r>
            <a:r>
              <a:rPr lang="en-US" dirty="0" smtClean="0"/>
              <a:t> (Server Parameter File) – binary file (recommended, allows dynamic changes)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Examples of Initialization Parameters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588994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243"/>
                <a:gridCol w="4076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DB_NAME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the database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SGA_TARGET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memory for the database instance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CONTROL_FILES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 of control files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OPEN_CURSORS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open cursors allowed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DB_BLOCK_SIZE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of each data block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5720" y="4071942"/>
            <a:ext cx="82868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Importance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Helps Oracle know how much memory to use, where files are located, and other startup options.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Ensures proper resource allocation for better performance.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Allows control over security, memory, and storage.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Changing certain parameters can improve performance or solve errors.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2. Control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it?</a:t>
            </a:r>
          </a:p>
          <a:p>
            <a:pPr lvl="1"/>
            <a:r>
              <a:rPr lang="en-US" dirty="0" smtClean="0"/>
              <a:t>A control file is a small but essential binary file that stores metadata about the Oracle database.</a:t>
            </a:r>
          </a:p>
          <a:p>
            <a:r>
              <a:rPr lang="en-US" b="1" dirty="0" smtClean="0"/>
              <a:t> Contents of a Control File:</a:t>
            </a:r>
          </a:p>
          <a:p>
            <a:pPr lvl="1"/>
            <a:r>
              <a:rPr lang="en-US" dirty="0" smtClean="0"/>
              <a:t>Database name and creation date</a:t>
            </a:r>
          </a:p>
          <a:p>
            <a:pPr lvl="1"/>
            <a:r>
              <a:rPr lang="en-US" dirty="0" smtClean="0"/>
              <a:t>Locations of </a:t>
            </a:r>
            <a:r>
              <a:rPr lang="en-US" dirty="0" err="1" smtClean="0"/>
              <a:t>datafiles</a:t>
            </a:r>
            <a:r>
              <a:rPr lang="en-US" dirty="0" smtClean="0"/>
              <a:t> and redo log files</a:t>
            </a:r>
          </a:p>
          <a:p>
            <a:pPr lvl="1"/>
            <a:r>
              <a:rPr lang="en-US" dirty="0" smtClean="0"/>
              <a:t>Information </a:t>
            </a:r>
            <a:r>
              <a:rPr lang="en-US" smtClean="0"/>
              <a:t>about </a:t>
            </a:r>
            <a:r>
              <a:rPr lang="en-US" smtClean="0"/>
              <a:t>backups</a:t>
            </a:r>
            <a:endParaRPr lang="en-US" dirty="0" smtClean="0"/>
          </a:p>
          <a:p>
            <a:pPr lvl="1"/>
            <a:r>
              <a:rPr lang="en-US" dirty="0" smtClean="0"/>
              <a:t>Checkpoints (used to manage recovery)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Importance:</a:t>
            </a:r>
          </a:p>
          <a:p>
            <a:pPr lvl="1"/>
            <a:r>
              <a:rPr lang="en-US" dirty="0" smtClean="0"/>
              <a:t>Without the control file, Oracle cannot open or recover the database.</a:t>
            </a:r>
          </a:p>
          <a:p>
            <a:pPr lvl="1"/>
            <a:r>
              <a:rPr lang="en-US" dirty="0" smtClean="0"/>
              <a:t>Required during database startup and crash recovery.</a:t>
            </a:r>
          </a:p>
          <a:p>
            <a:pPr lvl="1"/>
            <a:r>
              <a:rPr lang="en-US" dirty="0" smtClean="0"/>
              <a:t>Controls all physical files used by Oracle.</a:t>
            </a:r>
          </a:p>
          <a:p>
            <a:pPr lvl="1"/>
            <a:r>
              <a:rPr lang="en-US" dirty="0" smtClean="0"/>
              <a:t>Helps in backup and recovery operations.</a:t>
            </a:r>
          </a:p>
          <a:p>
            <a:r>
              <a:rPr lang="en-US" b="1" dirty="0" smtClean="0"/>
              <a:t>Real-Life Analogy:</a:t>
            </a:r>
          </a:p>
          <a:p>
            <a:pPr lvl="1"/>
            <a:r>
              <a:rPr lang="en-US" dirty="0" smtClean="0"/>
              <a:t>A control file is like the </a:t>
            </a:r>
            <a:r>
              <a:rPr lang="en-US" b="1" dirty="0" smtClean="0"/>
              <a:t>blueprint or index of a library</a:t>
            </a:r>
            <a:r>
              <a:rPr lang="en-US" dirty="0" smtClean="0"/>
              <a:t> — it doesn’t contain the books but tells you where every book (data) is and what version it is.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3. Redo Log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What is it?</a:t>
            </a:r>
          </a:p>
          <a:p>
            <a:pPr lvl="1"/>
            <a:r>
              <a:rPr lang="en-US" dirty="0" smtClean="0"/>
              <a:t>Redo log files store </a:t>
            </a:r>
            <a:r>
              <a:rPr lang="en-US" b="1" dirty="0" smtClean="0"/>
              <a:t>all changes</a:t>
            </a:r>
            <a:r>
              <a:rPr lang="en-US" dirty="0" smtClean="0"/>
              <a:t> made to the database. Every time someone inserts, updates, or deletes data, the change is recorded in the redo logs.</a:t>
            </a:r>
          </a:p>
          <a:p>
            <a:pPr lvl="1"/>
            <a:r>
              <a:rPr lang="en-US" dirty="0" smtClean="0"/>
              <a:t>They are used for </a:t>
            </a:r>
            <a:r>
              <a:rPr lang="en-US" b="1" dirty="0" smtClean="0"/>
              <a:t>crash recovery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Structure:</a:t>
            </a:r>
          </a:p>
          <a:p>
            <a:pPr lvl="1"/>
            <a:r>
              <a:rPr lang="en-US" dirty="0" smtClean="0"/>
              <a:t>A database has </a:t>
            </a:r>
            <a:r>
              <a:rPr lang="en-US" b="1" dirty="0" smtClean="0"/>
              <a:t>at least 2 redo log files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These files work in a </a:t>
            </a:r>
            <a:r>
              <a:rPr lang="en-US" b="1" dirty="0" smtClean="0"/>
              <a:t>circular fashion</a:t>
            </a:r>
            <a:r>
              <a:rPr lang="en-US" dirty="0" smtClean="0"/>
              <a:t> (Log Switch).</a:t>
            </a:r>
          </a:p>
          <a:p>
            <a:pPr lvl="1"/>
            <a:r>
              <a:rPr lang="en-US" dirty="0" smtClean="0"/>
              <a:t>They are grouped into </a:t>
            </a:r>
            <a:r>
              <a:rPr lang="en-US" b="1" dirty="0" smtClean="0"/>
              <a:t>log groups</a:t>
            </a:r>
            <a:r>
              <a:rPr lang="en-US" dirty="0" smtClean="0"/>
              <a:t>, and Oracle switches between them.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Example:</a:t>
            </a:r>
          </a:p>
          <a:p>
            <a:pPr lvl="1"/>
            <a:r>
              <a:rPr lang="en-US" dirty="0" smtClean="0"/>
              <a:t>Let’s say a student updates their mobile number:</a:t>
            </a:r>
          </a:p>
          <a:p>
            <a:pPr lvl="1"/>
            <a:r>
              <a:rPr lang="en-US" dirty="0" smtClean="0"/>
              <a:t>The change is written to the </a:t>
            </a:r>
            <a:r>
              <a:rPr lang="en-US" b="1" dirty="0" smtClean="0"/>
              <a:t>redo log file</a:t>
            </a:r>
            <a:r>
              <a:rPr lang="en-US" dirty="0" smtClean="0"/>
              <a:t> first.</a:t>
            </a:r>
          </a:p>
          <a:p>
            <a:pPr lvl="1"/>
            <a:r>
              <a:rPr lang="en-US" dirty="0" smtClean="0"/>
              <a:t>Then it’s written to the actual </a:t>
            </a:r>
            <a:r>
              <a:rPr lang="en-US" dirty="0" err="1" smtClean="0"/>
              <a:t>datafile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power goes off, Oracle uses redo log to </a:t>
            </a:r>
            <a:r>
              <a:rPr lang="en-US" b="1" dirty="0" smtClean="0"/>
              <a:t>recover the change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Importance:</a:t>
            </a:r>
          </a:p>
          <a:p>
            <a:pPr lvl="1"/>
            <a:r>
              <a:rPr lang="en-US" dirty="0" smtClean="0"/>
              <a:t>Protects against data loss in case of system failure.</a:t>
            </a:r>
          </a:p>
          <a:p>
            <a:pPr lvl="1"/>
            <a:r>
              <a:rPr lang="en-US" dirty="0" smtClean="0"/>
              <a:t>Ensures durability of transactions.</a:t>
            </a:r>
          </a:p>
          <a:p>
            <a:pPr lvl="1"/>
            <a:r>
              <a:rPr lang="en-US" dirty="0" smtClean="0"/>
              <a:t>Used by Oracle during </a:t>
            </a:r>
            <a:r>
              <a:rPr lang="en-US" b="1" dirty="0" smtClean="0"/>
              <a:t>instance recovery</a:t>
            </a:r>
            <a:r>
              <a:rPr lang="en-US" dirty="0" smtClean="0"/>
              <a:t> or </a:t>
            </a:r>
            <a:r>
              <a:rPr lang="en-US" b="1" dirty="0" smtClean="0"/>
              <a:t>media recovery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Redo logs are essential for maintaining </a:t>
            </a:r>
            <a:r>
              <a:rPr lang="en-US" b="1" dirty="0" smtClean="0"/>
              <a:t>data integrity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Real-Life Analogy:</a:t>
            </a:r>
          </a:p>
          <a:p>
            <a:pPr lvl="1"/>
            <a:r>
              <a:rPr lang="en-US" dirty="0" smtClean="0"/>
              <a:t>Think of redo logs like a </a:t>
            </a:r>
            <a:r>
              <a:rPr lang="en-US" b="1" dirty="0" smtClean="0"/>
              <a:t>security camera recording all actions</a:t>
            </a:r>
            <a:r>
              <a:rPr lang="en-US" dirty="0" smtClean="0"/>
              <a:t> — even if the system crashes, the camera footage (redo logs) helps replay what happened.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4. </a:t>
            </a:r>
            <a:r>
              <a:rPr lang="en-US" b="1" dirty="0" err="1" smtClean="0"/>
              <a:t>Tablespace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What is it?</a:t>
            </a:r>
          </a:p>
          <a:p>
            <a:r>
              <a:rPr lang="en-US" dirty="0" smtClean="0"/>
              <a:t>A </a:t>
            </a:r>
            <a:r>
              <a:rPr lang="en-US" b="1" dirty="0" err="1" smtClean="0"/>
              <a:t>Tablespace</a:t>
            </a:r>
            <a:r>
              <a:rPr lang="en-US" dirty="0" smtClean="0"/>
              <a:t> is a logical storage unit in Oracle. It helps organize and store data efficiently.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tablespace</a:t>
            </a:r>
            <a:r>
              <a:rPr lang="en-US" dirty="0" smtClean="0"/>
              <a:t> contains </a:t>
            </a:r>
            <a:r>
              <a:rPr lang="en-US" b="1" dirty="0" smtClean="0"/>
              <a:t>one or more </a:t>
            </a:r>
            <a:r>
              <a:rPr lang="en-US" b="1" dirty="0" err="1" smtClean="0"/>
              <a:t>datafiles</a:t>
            </a:r>
            <a:r>
              <a:rPr lang="en-US" dirty="0" smtClean="0"/>
              <a:t> on the physical disk. All database objects like tables, indexes, views, etc., are stored in a </a:t>
            </a:r>
            <a:r>
              <a:rPr lang="en-US" dirty="0" err="1" smtClean="0"/>
              <a:t>tablespace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Tablespaces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Tablespace</a:t>
                      </a:r>
                      <a:r>
                        <a:rPr lang="en-US" dirty="0"/>
                        <a:t>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core Oracle data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user-created tables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for sorting operations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UNDO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for rollback/undo data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SYSAUX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Auxiliary data for Oracle tools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Tablespaces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Importance:</a:t>
            </a:r>
          </a:p>
          <a:p>
            <a:pPr lvl="1"/>
            <a:r>
              <a:rPr lang="en-US" dirty="0" smtClean="0"/>
              <a:t>Helps in </a:t>
            </a:r>
            <a:r>
              <a:rPr lang="en-US" b="1" dirty="0" smtClean="0"/>
              <a:t>data management and performance tuning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Makes it easy for DBAs to assign space to users or departments.</a:t>
            </a:r>
          </a:p>
          <a:p>
            <a:pPr lvl="1"/>
            <a:r>
              <a:rPr lang="en-US" dirty="0" smtClean="0"/>
              <a:t>Allows storing different kinds of data separately.</a:t>
            </a:r>
          </a:p>
          <a:p>
            <a:pPr lvl="1"/>
            <a:r>
              <a:rPr lang="en-US" dirty="0" smtClean="0"/>
              <a:t>Supports </a:t>
            </a:r>
            <a:r>
              <a:rPr lang="en-US" b="1" dirty="0" smtClean="0"/>
              <a:t>backup and recovery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Real-Life Analogy: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tablespace</a:t>
            </a:r>
            <a:r>
              <a:rPr lang="en-US" dirty="0" smtClean="0"/>
              <a:t> is like a </a:t>
            </a:r>
            <a:r>
              <a:rPr lang="en-US" b="1" dirty="0" smtClean="0"/>
              <a:t>folder in a computer</a:t>
            </a:r>
            <a:r>
              <a:rPr lang="en-US" dirty="0" smtClean="0"/>
              <a:t> – inside that folder, you store files (tables, indexes). </a:t>
            </a:r>
          </a:p>
          <a:p>
            <a:pPr lvl="1"/>
            <a:r>
              <a:rPr lang="en-US" dirty="0" smtClean="0"/>
              <a:t>Having multiple folders (</a:t>
            </a:r>
            <a:r>
              <a:rPr lang="en-US" dirty="0" err="1" smtClean="0"/>
              <a:t>tablespaces</a:t>
            </a:r>
            <a:r>
              <a:rPr lang="en-US" dirty="0" smtClean="0"/>
              <a:t>) helps keep things organized.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</TotalTime>
  <Words>644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Median</vt:lpstr>
      <vt:lpstr>Slide 1</vt:lpstr>
      <vt:lpstr>1. Initialization Parameters </vt:lpstr>
      <vt:lpstr>Examples of Initialization Parameters</vt:lpstr>
      <vt:lpstr>2. Control Files</vt:lpstr>
      <vt:lpstr>Slide 5</vt:lpstr>
      <vt:lpstr>3. Redo Log Files</vt:lpstr>
      <vt:lpstr>Slide 7</vt:lpstr>
      <vt:lpstr>4. Tablespace</vt:lpstr>
      <vt:lpstr>Types of Tablespaces:</vt:lpstr>
      <vt:lpstr>Types of Tablespaces: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5</cp:revision>
  <dcterms:created xsi:type="dcterms:W3CDTF">2025-09-17T03:05:51Z</dcterms:created>
  <dcterms:modified xsi:type="dcterms:W3CDTF">2025-09-17T04:12:29Z</dcterms:modified>
</cp:coreProperties>
</file>