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650A299-8D41-4C1F-8ECC-94EA38AD8165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176CE45-9190-413B-9E71-A7F82F26F9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290" y="1643050"/>
            <a:ext cx="6477000" cy="1828800"/>
          </a:xfrm>
        </p:spPr>
        <p:txBody>
          <a:bodyPr/>
          <a:lstStyle/>
          <a:p>
            <a:pPr algn="ctr"/>
            <a:r>
              <a:rPr lang="en-US" b="1" dirty="0" smtClean="0"/>
              <a:t>Oracle Memory Structure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Overview of Key Components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Oracle Memory Overview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n"/>
            </a:pPr>
            <a:r>
              <a:rPr lang="en-US" sz="2800" dirty="0" smtClean="0"/>
              <a:t>Oracle uses memory to store information such as following: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Program code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Information about connected session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Information needed during program execution</a:t>
            </a:r>
          </a:p>
          <a:p>
            <a:pPr>
              <a:lnSpc>
                <a:spcPct val="90000"/>
              </a:lnSpc>
              <a:buFont typeface="Wingdings" pitchFamily="2" charset="2"/>
              <a:buChar char="n"/>
            </a:pPr>
            <a:r>
              <a:rPr lang="en-US" sz="2800" dirty="0" smtClean="0"/>
              <a:t>Oracle memory structure have following attributes :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Database buffer cache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Redo log buffer</a:t>
            </a:r>
          </a:p>
          <a:p>
            <a:pPr marL="457200" lvl="1" indent="0">
              <a:lnSpc>
                <a:spcPct val="90000"/>
              </a:lnSpc>
            </a:pPr>
            <a:r>
              <a:rPr lang="en-US" sz="2400" dirty="0" smtClean="0"/>
              <a:t>Shared </a:t>
            </a:r>
            <a:r>
              <a:rPr lang="en-US" sz="2400" dirty="0" smtClean="0"/>
              <a:t>pool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Database Buffer Cache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What it </a:t>
            </a:r>
            <a:r>
              <a:rPr lang="en-US" b="1" dirty="0" smtClean="0"/>
              <a:t>is:</a:t>
            </a:r>
          </a:p>
          <a:p>
            <a:pPr lvl="1"/>
            <a:r>
              <a:rPr lang="en-US" dirty="0" smtClean="0"/>
              <a:t>This </a:t>
            </a:r>
            <a:r>
              <a:rPr lang="en-US" dirty="0" smtClean="0"/>
              <a:t>is the memory area where Oracle stores </a:t>
            </a:r>
            <a:r>
              <a:rPr lang="en-US" b="1" dirty="0" smtClean="0"/>
              <a:t>copies of data blocks</a:t>
            </a:r>
            <a:r>
              <a:rPr lang="en-US" dirty="0" smtClean="0"/>
              <a:t> that are read from the database files (</a:t>
            </a:r>
            <a:r>
              <a:rPr lang="en-US" dirty="0" err="1" smtClean="0"/>
              <a:t>datafiles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Why </a:t>
            </a:r>
            <a:r>
              <a:rPr lang="en-US" b="1" dirty="0" smtClean="0"/>
              <a:t>it's </a:t>
            </a:r>
            <a:r>
              <a:rPr lang="en-US" b="1" dirty="0" smtClean="0"/>
              <a:t>useful:</a:t>
            </a:r>
          </a:p>
          <a:p>
            <a:pPr lvl="1"/>
            <a:r>
              <a:rPr lang="en-US" dirty="0" smtClean="0"/>
              <a:t>When </a:t>
            </a:r>
            <a:r>
              <a:rPr lang="en-US" dirty="0" smtClean="0"/>
              <a:t>a user queries a table, Oracle checks this cache first.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 smtClean="0"/>
              <a:t>the data is already in memory, it avoids disk access, which is slower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SELECT </a:t>
            </a:r>
            <a:r>
              <a:rPr lang="en-US" dirty="0" smtClean="0"/>
              <a:t>* FROM students</a:t>
            </a:r>
            <a:r>
              <a:rPr lang="en-US" dirty="0" smtClean="0"/>
              <a:t>;</a:t>
            </a:r>
          </a:p>
          <a:p>
            <a:r>
              <a:rPr lang="en-US" dirty="0" smtClean="0"/>
              <a:t>If data from the students table is already in the </a:t>
            </a:r>
            <a:r>
              <a:rPr lang="en-US" b="1" dirty="0" smtClean="0"/>
              <a:t>buffer cache</a:t>
            </a:r>
            <a:r>
              <a:rPr lang="en-US" dirty="0" smtClean="0"/>
              <a:t>, it is returned faster.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Redo Log Buffer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What </a:t>
            </a:r>
            <a:r>
              <a:rPr lang="en-US" b="1" dirty="0" smtClean="0"/>
              <a:t>it </a:t>
            </a:r>
            <a:r>
              <a:rPr lang="en-US" b="1" dirty="0" smtClean="0"/>
              <a:t>is:</a:t>
            </a:r>
          </a:p>
          <a:p>
            <a:pPr lvl="1"/>
            <a:r>
              <a:rPr lang="en-US" dirty="0" smtClean="0"/>
              <a:t>It </a:t>
            </a:r>
            <a:r>
              <a:rPr lang="en-US" dirty="0" smtClean="0"/>
              <a:t>stores </a:t>
            </a:r>
            <a:r>
              <a:rPr lang="en-US" b="1" dirty="0" smtClean="0"/>
              <a:t>all changes made to the database</a:t>
            </a:r>
            <a:r>
              <a:rPr lang="en-US" dirty="0" smtClean="0"/>
              <a:t> (like inserts, updates, deletes) </a:t>
            </a:r>
            <a:r>
              <a:rPr lang="en-US" b="1" dirty="0" smtClean="0"/>
              <a:t>before they’re written to the redo log files</a:t>
            </a:r>
            <a:r>
              <a:rPr lang="en-US" dirty="0" smtClean="0"/>
              <a:t> on disk.</a:t>
            </a:r>
          </a:p>
          <a:p>
            <a:r>
              <a:rPr lang="en-US" b="1" dirty="0" smtClean="0"/>
              <a:t>Why </a:t>
            </a:r>
            <a:r>
              <a:rPr lang="en-US" b="1" dirty="0" smtClean="0"/>
              <a:t>it's </a:t>
            </a:r>
            <a:r>
              <a:rPr lang="en-US" b="1" dirty="0" smtClean="0"/>
              <a:t>useful:</a:t>
            </a:r>
          </a:p>
          <a:p>
            <a:pPr lvl="1"/>
            <a:r>
              <a:rPr lang="en-US" dirty="0" smtClean="0"/>
              <a:t>Helps </a:t>
            </a:r>
            <a:r>
              <a:rPr lang="en-US" dirty="0" smtClean="0"/>
              <a:t>Oracle recover the database if something goes wrong (like a crash or power failure).</a:t>
            </a:r>
          </a:p>
          <a:p>
            <a:r>
              <a:rPr lang="en-US" b="1" dirty="0" smtClean="0"/>
              <a:t>Example:</a:t>
            </a:r>
          </a:p>
          <a:p>
            <a:pPr lvl="1"/>
            <a:r>
              <a:rPr lang="en-US" dirty="0" smtClean="0"/>
              <a:t>UPDATE </a:t>
            </a:r>
            <a:r>
              <a:rPr lang="en-US" dirty="0" smtClean="0"/>
              <a:t>students SET name = 'John' WHERE id = 1; </a:t>
            </a:r>
          </a:p>
          <a:p>
            <a:r>
              <a:rPr lang="en-US" dirty="0" smtClean="0"/>
              <a:t>Before saving to disk, this change is first saved in the </a:t>
            </a:r>
            <a:r>
              <a:rPr lang="en-US" b="1" dirty="0" smtClean="0"/>
              <a:t>redo log buffer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Shared Pool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Shared pool has two cache </a:t>
            </a:r>
          </a:p>
          <a:p>
            <a:r>
              <a:rPr lang="en-US" dirty="0" smtClean="0"/>
              <a:t>Library cache</a:t>
            </a:r>
          </a:p>
          <a:p>
            <a:pPr lvl="1"/>
            <a:r>
              <a:rPr lang="en-US" dirty="0" smtClean="0"/>
              <a:t>Executable code which connected to instance kept in library cache. Ex. </a:t>
            </a:r>
            <a:r>
              <a:rPr lang="en-US" dirty="0" err="1" smtClean="0"/>
              <a:t>Sql</a:t>
            </a:r>
            <a:r>
              <a:rPr lang="en-US" dirty="0" smtClean="0"/>
              <a:t> or pl/</a:t>
            </a:r>
            <a:r>
              <a:rPr lang="en-US" dirty="0" err="1" smtClean="0"/>
              <a:t>sql</a:t>
            </a:r>
            <a:r>
              <a:rPr lang="en-US" dirty="0" smtClean="0"/>
              <a:t> statements</a:t>
            </a:r>
          </a:p>
          <a:p>
            <a:r>
              <a:rPr lang="en-US" dirty="0" smtClean="0"/>
              <a:t>Dictionary cache</a:t>
            </a:r>
          </a:p>
          <a:p>
            <a:pPr lvl="1"/>
            <a:r>
              <a:rPr lang="en-US" dirty="0" smtClean="0"/>
              <a:t>Dictionary cache is stored library of all oracle statements like select, </a:t>
            </a:r>
            <a:r>
              <a:rPr lang="en-US" dirty="0" err="1" smtClean="0"/>
              <a:t>insert,update</a:t>
            </a:r>
            <a:r>
              <a:rPr lang="en-US" dirty="0" smtClean="0"/>
              <a:t> etc so when user enter any query dictionary cache checks its syntax in library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</TotalTime>
  <Words>274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Oracle Memory Structure</vt:lpstr>
      <vt:lpstr>Oracle Memory Overview</vt:lpstr>
      <vt:lpstr>Database Buffer Cache</vt:lpstr>
      <vt:lpstr>Redo Log Buffer</vt:lpstr>
      <vt:lpstr>Shared Pool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Memory Structure</dc:title>
  <dc:creator>PC</dc:creator>
  <cp:lastModifiedBy>PC</cp:lastModifiedBy>
  <cp:revision>6</cp:revision>
  <dcterms:created xsi:type="dcterms:W3CDTF">2025-09-16T02:54:04Z</dcterms:created>
  <dcterms:modified xsi:type="dcterms:W3CDTF">2025-09-16T03:10:03Z</dcterms:modified>
</cp:coreProperties>
</file>