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50C868-9BF4-4E2F-BA40-C00DD78076E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831F79C-A059-44E0-AC8F-CA6B553F5D3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1604" y="1714488"/>
            <a:ext cx="5210196" cy="1462102"/>
          </a:xfrm>
        </p:spPr>
        <p:txBody>
          <a:bodyPr/>
          <a:lstStyle/>
          <a:p>
            <a:r>
              <a:rPr lang="en-US" dirty="0" smtClean="0"/>
              <a:t>Oracle Synonyms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Definition, Types, Syntax &amp; Example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 Synonym?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A Synonym is an alias for a database object like a table or view.</a:t>
            </a:r>
          </a:p>
          <a:p>
            <a:r>
              <a:rPr lang="en-US" dirty="0" smtClean="0"/>
              <a:t> It simplifies access and hides original names or locations.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Use Synonyms?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Avoids long object names</a:t>
            </a:r>
          </a:p>
          <a:p>
            <a:r>
              <a:rPr lang="en-US" dirty="0" smtClean="0"/>
              <a:t>Allows location transparency</a:t>
            </a:r>
          </a:p>
          <a:p>
            <a:r>
              <a:rPr lang="en-US" dirty="0" smtClean="0"/>
              <a:t>Helps manage name changes</a:t>
            </a:r>
          </a:p>
          <a:p>
            <a:r>
              <a:rPr lang="en-US" dirty="0" smtClean="0"/>
              <a:t>Supports cross-schema access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Synonyms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Private Synonym</a:t>
            </a:r>
          </a:p>
          <a:p>
            <a:r>
              <a:rPr lang="en-US" smtClean="0"/>
              <a:t>   - Created by a user, only visible in that schema.</a:t>
            </a:r>
          </a:p>
          <a:p>
            <a:r>
              <a:rPr lang="en-US" smtClean="0"/>
              <a:t>2. Public Synonym</a:t>
            </a:r>
          </a:p>
          <a:p>
            <a:r>
              <a:rPr lang="en-US" smtClean="0"/>
              <a:t>   - Created using PUBLIC, visible to all users.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 – Private Synonym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CREATE SYNONYM synonym_name FOR object_name;</a:t>
            </a:r>
          </a:p>
          <a:p>
            <a:endParaRPr lang="en-US" smtClean="0"/>
          </a:p>
          <a:p>
            <a:r>
              <a:rPr lang="en-US" smtClean="0"/>
              <a:t>Example:</a:t>
            </a:r>
          </a:p>
          <a:p>
            <a:r>
              <a:rPr lang="en-US" smtClean="0"/>
              <a:t>CREATE SYNONYM emp_syn FOR scott.emp;</a:t>
            </a:r>
          </a:p>
          <a:p>
            <a:r>
              <a:rPr lang="en-US" smtClean="0"/>
              <a:t>SELECT * FROM emp_syn;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 – Public Synonym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CREATE PUBLIC SYNONYM synonym_name FOR object_name;</a:t>
            </a:r>
          </a:p>
          <a:p>
            <a:endParaRPr lang="en-US" smtClean="0"/>
          </a:p>
          <a:p>
            <a:r>
              <a:rPr lang="en-US" smtClean="0"/>
              <a:t>Example:</a:t>
            </a:r>
          </a:p>
          <a:p>
            <a:r>
              <a:rPr lang="en-US" smtClean="0"/>
              <a:t>CREATE PUBLIC SYNONYM dept_syn FOR hr.departments;</a:t>
            </a:r>
          </a:p>
          <a:p>
            <a:r>
              <a:rPr lang="en-US" smtClean="0"/>
              <a:t>SELECT * FROM dept_syn;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Dropping a Synonym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DROP [PUBLIC] SYNONYM synonym_name;</a:t>
            </a:r>
          </a:p>
          <a:p>
            <a:endParaRPr lang="en-US" smtClean="0"/>
          </a:p>
          <a:p>
            <a:r>
              <a:rPr lang="en-US" smtClean="0"/>
              <a:t>Example:</a:t>
            </a:r>
          </a:p>
          <a:p>
            <a:r>
              <a:rPr lang="en-US" smtClean="0"/>
              <a:t>DROP SYNONYM emp_syn;</a:t>
            </a:r>
          </a:p>
          <a:p>
            <a:r>
              <a:rPr lang="en-US" smtClean="0"/>
              <a:t>DROP PUBLIC SYNONYM dept_syn;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Notes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Synonyms do not store data</a:t>
            </a:r>
          </a:p>
          <a:p>
            <a:r>
              <a:rPr lang="en-US" dirty="0" smtClean="0"/>
              <a:t>They point to actual objects</a:t>
            </a:r>
          </a:p>
          <a:p>
            <a:r>
              <a:rPr lang="en-US" dirty="0" smtClean="0"/>
              <a:t>Dropping them doesn’t affect the original object</a:t>
            </a:r>
          </a:p>
          <a:p>
            <a:r>
              <a:rPr lang="en-US" dirty="0" smtClean="0"/>
              <a:t>Public synonyms require DBA privileges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</TotalTime>
  <Words>193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Median</vt:lpstr>
      <vt:lpstr>Oracle Synonyms</vt:lpstr>
      <vt:lpstr>What is a Synonym?</vt:lpstr>
      <vt:lpstr>Why Use Synonyms?</vt:lpstr>
      <vt:lpstr>Types of Synonyms</vt:lpstr>
      <vt:lpstr>Syntax – Private Synonym</vt:lpstr>
      <vt:lpstr>Syntax – Public Synonym</vt:lpstr>
      <vt:lpstr>Dropping a Synonym</vt:lpstr>
      <vt:lpstr>Key Notes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Synonyms</dc:title>
  <dc:creator>PC</dc:creator>
  <cp:lastModifiedBy>PC</cp:lastModifiedBy>
  <cp:revision>2</cp:revision>
  <dcterms:created xsi:type="dcterms:W3CDTF">2025-08-29T02:41:30Z</dcterms:created>
  <dcterms:modified xsi:type="dcterms:W3CDTF">2025-08-29T02:49:12Z</dcterms:modified>
</cp:coreProperties>
</file>