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F4E1241-ECF1-4981-8496-BAC97CE9D583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71E395-BFCF-4B4A-95B2-E5AFC0F9B8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1241-ECF1-4981-8496-BAC97CE9D583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371E395-BFCF-4B4A-95B2-E5AFC0F9B8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1241-ECF1-4981-8496-BAC97CE9D583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371E395-BFCF-4B4A-95B2-E5AFC0F9B8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F4E1241-ECF1-4981-8496-BAC97CE9D583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371E395-BFCF-4B4A-95B2-E5AFC0F9B8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F4E1241-ECF1-4981-8496-BAC97CE9D583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371E395-BFCF-4B4A-95B2-E5AFC0F9B8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1241-ECF1-4981-8496-BAC97CE9D583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371E395-BFCF-4B4A-95B2-E5AFC0F9B8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1241-ECF1-4981-8496-BAC97CE9D583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71E395-BFCF-4B4A-95B2-E5AFC0F9B8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1241-ECF1-4981-8496-BAC97CE9D583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371E395-BFCF-4B4A-95B2-E5AFC0F9B8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F4E1241-ECF1-4981-8496-BAC97CE9D583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371E395-BFCF-4B4A-95B2-E5AFC0F9B8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1241-ECF1-4981-8496-BAC97CE9D583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E395-BFCF-4B4A-95B2-E5AFC0F9B8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F4E1241-ECF1-4981-8496-BAC97CE9D583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371E395-BFCF-4B4A-95B2-E5AFC0F9B8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F4E1241-ECF1-4981-8496-BAC97CE9D583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371E395-BFCF-4B4A-95B2-E5AFC0F9B8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057400"/>
            <a:ext cx="6477000" cy="12954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/>
              <a:t>Exception handling</a:t>
            </a:r>
            <a:endParaRPr lang="en-US" sz="4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PL/SQL supports programmers to catch such conditions using </a:t>
            </a:r>
            <a:r>
              <a:rPr lang="en-US" b="1" dirty="0" smtClean="0"/>
              <a:t>EXCEPTION</a:t>
            </a:r>
            <a:r>
              <a:rPr lang="en-US" dirty="0" smtClean="0"/>
              <a:t> block in the program and an appropriate action is taken against the error condition. </a:t>
            </a:r>
          </a:p>
          <a:p>
            <a:r>
              <a:rPr lang="en-US" dirty="0" smtClean="0"/>
              <a:t>There are two types of exceptions −</a:t>
            </a:r>
          </a:p>
          <a:p>
            <a:pPr lvl="1"/>
            <a:r>
              <a:rPr lang="en-US" dirty="0" smtClean="0"/>
              <a:t>System-defined exceptions</a:t>
            </a:r>
          </a:p>
          <a:p>
            <a:pPr lvl="1"/>
            <a:r>
              <a:rPr lang="en-US" dirty="0" smtClean="0"/>
              <a:t>User-defined exceptions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defined Exception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No_data_found</a:t>
            </a:r>
            <a:r>
              <a:rPr lang="en-US" dirty="0" smtClean="0"/>
              <a:t> :-</a:t>
            </a:r>
          </a:p>
          <a:p>
            <a:r>
              <a:rPr lang="en-US" dirty="0" smtClean="0"/>
              <a:t>In This exception we need not declare exception, we can use directly in our exception part when in our pl/</a:t>
            </a:r>
            <a:r>
              <a:rPr lang="en-US" dirty="0" err="1" smtClean="0"/>
              <a:t>sal</a:t>
            </a:r>
            <a:r>
              <a:rPr lang="en-US" dirty="0" smtClean="0"/>
              <a:t> block no data match</a:t>
            </a:r>
          </a:p>
          <a:p>
            <a:r>
              <a:rPr lang="en-US" dirty="0" smtClean="0"/>
              <a:t>This exception generally use for SELECT statement, when no record match we can use this in our exception part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define exception 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To create user defined exception just follow this steps</a:t>
            </a:r>
          </a:p>
          <a:p>
            <a:pPr lvl="1"/>
            <a:r>
              <a:rPr lang="en-US" dirty="0" err="1" smtClean="0"/>
              <a:t>Declacre</a:t>
            </a:r>
            <a:r>
              <a:rPr lang="en-US" dirty="0" smtClean="0"/>
              <a:t> exception in Declaration part </a:t>
            </a:r>
          </a:p>
          <a:p>
            <a:pPr lvl="2"/>
            <a:r>
              <a:rPr lang="en-US" dirty="0" smtClean="0"/>
              <a:t>Example : </a:t>
            </a:r>
            <a:r>
              <a:rPr lang="en-US" dirty="0" err="1" smtClean="0"/>
              <a:t>not_eligible</a:t>
            </a:r>
            <a:r>
              <a:rPr lang="en-US" dirty="0" smtClean="0"/>
              <a:t> exception;</a:t>
            </a:r>
          </a:p>
          <a:p>
            <a:pPr lvl="1"/>
            <a:r>
              <a:rPr lang="en-US" dirty="0" smtClean="0"/>
              <a:t>Raise Declared exception in Execution part</a:t>
            </a:r>
          </a:p>
          <a:p>
            <a:pPr lvl="2"/>
            <a:r>
              <a:rPr lang="en-US" dirty="0" smtClean="0"/>
              <a:t>Example : raise </a:t>
            </a:r>
            <a:r>
              <a:rPr lang="en-US" dirty="0" err="1" smtClean="0"/>
              <a:t>not_eligible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In last our Exception part just put your declared exception in between WHEN and THEN for proper message to our exception</a:t>
            </a:r>
          </a:p>
          <a:p>
            <a:pPr lvl="2"/>
            <a:r>
              <a:rPr lang="en-US" dirty="0" smtClean="0"/>
              <a:t>Example : when </a:t>
            </a:r>
            <a:r>
              <a:rPr lang="en-US" dirty="0" err="1" smtClean="0"/>
              <a:t>not_eligible</a:t>
            </a:r>
            <a:r>
              <a:rPr lang="en-US" smtClean="0"/>
              <a:t> then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RAISE_APPLICATION_ERROR</a:t>
            </a:r>
            <a:r>
              <a:rPr lang="en-US" i="1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 smtClean="0"/>
              <a:t>It </a:t>
            </a:r>
            <a:r>
              <a:rPr lang="en-US" i="1" dirty="0" smtClean="0"/>
              <a:t>is used to display user-defined error messages with error number whose range is in between -20000 and -20999. </a:t>
            </a:r>
            <a:endParaRPr lang="en-US" i="1" smtClean="0"/>
          </a:p>
          <a:p>
            <a:r>
              <a:rPr lang="en-US" i="1" smtClean="0"/>
              <a:t>When </a:t>
            </a:r>
            <a:r>
              <a:rPr lang="en-US" i="1" dirty="0" smtClean="0"/>
              <a:t>RAISE_APPLICATION_ERROR executes it returns error message and error code which looks </a:t>
            </a:r>
            <a:r>
              <a:rPr lang="en-US" b="1" i="1" dirty="0" smtClean="0"/>
              <a:t>same as Oracle built-in error.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15</TotalTime>
  <Words>157</Words>
  <Application>Microsoft Office PowerPoint</Application>
  <PresentationFormat>On-screen Show (4:3)</PresentationFormat>
  <Paragraphs>20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Median</vt:lpstr>
      <vt:lpstr>Exception handling</vt:lpstr>
      <vt:lpstr>Slide 2</vt:lpstr>
      <vt:lpstr>System defined Exception :</vt:lpstr>
      <vt:lpstr>User define exception :-</vt:lpstr>
      <vt:lpstr>RAISE_APPLICATION_ERROR: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handling</dc:title>
  <dc:creator>jj</dc:creator>
  <cp:lastModifiedBy>PC</cp:lastModifiedBy>
  <cp:revision>7</cp:revision>
  <dcterms:created xsi:type="dcterms:W3CDTF">2020-08-05T15:03:24Z</dcterms:created>
  <dcterms:modified xsi:type="dcterms:W3CDTF">2024-09-24T02:29:16Z</dcterms:modified>
</cp:coreProperties>
</file>