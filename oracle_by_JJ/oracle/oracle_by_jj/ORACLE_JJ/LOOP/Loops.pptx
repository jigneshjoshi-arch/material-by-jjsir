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34"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smtClean="0"/>
              <a:t>Click to edit Master title style</a:t>
            </a:r>
            <a:endParaRPr kumimoji="0"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5232B886-3292-469D-8FAC-F10AAF3AA4EE}" type="datetimeFigureOut">
              <a:rPr lang="en-US" smtClean="0"/>
              <a:pPr/>
              <a:t>7/29/2019</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579E51E5-17CA-44D7-A890-851D5C7D2DEA}"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5232B886-3292-469D-8FAC-F10AAF3AA4EE}" type="datetimeFigureOut">
              <a:rPr lang="en-US" smtClean="0"/>
              <a:pPr/>
              <a:t>7/29/2019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579E51E5-17CA-44D7-A890-851D5C7D2DEA}" type="slidenum">
              <a:rPr lang="en-US" smtClean="0"/>
              <a:pPr/>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fld id="{5232B886-3292-469D-8FAC-F10AAF3AA4EE}" type="datetimeFigureOut">
              <a:rPr lang="en-US" smtClean="0"/>
              <a:pPr/>
              <a:t>7/29/2019</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579E51E5-17CA-44D7-A890-851D5C7D2DEA}" type="slidenum">
              <a:rPr lang="en-US" smtClean="0"/>
              <a:pPr/>
              <a:t>‹#›</a:t>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8" name="Date Placeholder 7"/>
          <p:cNvSpPr>
            <a:spLocks noGrp="1"/>
          </p:cNvSpPr>
          <p:nvPr>
            <p:ph type="dt" sz="half" idx="15"/>
          </p:nvPr>
        </p:nvSpPr>
        <p:spPr/>
        <p:txBody>
          <a:bodyPr rtlCol="0"/>
          <a:lstStyle/>
          <a:p>
            <a:fld id="{5232B886-3292-469D-8FAC-F10AAF3AA4EE}" type="datetimeFigureOut">
              <a:rPr lang="en-US" smtClean="0"/>
              <a:pPr/>
              <a:t>7/29/2019</a:t>
            </a:fld>
            <a:endParaRPr lang="en-US"/>
          </a:p>
        </p:txBody>
      </p:sp>
      <p:sp>
        <p:nvSpPr>
          <p:cNvPr id="10" name="Slide Number Placeholder 9"/>
          <p:cNvSpPr>
            <a:spLocks noGrp="1"/>
          </p:cNvSpPr>
          <p:nvPr>
            <p:ph type="sldNum" sz="quarter" idx="16"/>
          </p:nvPr>
        </p:nvSpPr>
        <p:spPr/>
        <p:txBody>
          <a:bodyPr rtlCol="0"/>
          <a:lstStyle/>
          <a:p>
            <a:fld id="{579E51E5-17CA-44D7-A890-851D5C7D2DEA}" type="slidenum">
              <a:rPr lang="en-US" smtClean="0"/>
              <a:pPr/>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smtClean="0"/>
              <a:t>Click to edit Master title style</a:t>
            </a:r>
            <a:endParaRPr kumimoji="0" lang="en-US"/>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5"/>
          </p:nvPr>
        </p:nvSpPr>
        <p:spPr/>
        <p:txBody>
          <a:bodyPr rtlCol="0"/>
          <a:lstStyle/>
          <a:p>
            <a:fld id="{5232B886-3292-469D-8FAC-F10AAF3AA4EE}" type="datetimeFigureOut">
              <a:rPr lang="en-US" smtClean="0"/>
              <a:pPr/>
              <a:t>7/29/2019</a:t>
            </a:fld>
            <a:endParaRPr lang="en-US"/>
          </a:p>
        </p:txBody>
      </p:sp>
      <p:sp>
        <p:nvSpPr>
          <p:cNvPr id="12" name="Slide Number Placeholder 11"/>
          <p:cNvSpPr>
            <a:spLocks noGrp="1"/>
          </p:cNvSpPr>
          <p:nvPr>
            <p:ph type="sldNum" sz="quarter" idx="16"/>
          </p:nvPr>
        </p:nvSpPr>
        <p:spPr/>
        <p:txBody>
          <a:bodyPr rtlCol="0"/>
          <a:lstStyle/>
          <a:p>
            <a:fld id="{579E51E5-17CA-44D7-A890-851D5C7D2DEA}" type="slidenum">
              <a:rPr lang="en-US" smtClean="0"/>
              <a:pP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5232B886-3292-469D-8FAC-F10AAF3AA4EE}" type="datetimeFigureOut">
              <a:rPr lang="en-US" smtClean="0"/>
              <a:pPr/>
              <a:t>7/29/2019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579E51E5-17CA-44D7-A890-851D5C7D2DEA}"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232B886-3292-469D-8FAC-F10AAF3AA4EE}" type="datetimeFigureOut">
              <a:rPr lang="en-US" smtClean="0"/>
              <a:pPr/>
              <a:t>7/29/2019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579E51E5-17CA-44D7-A890-851D5C7D2DEA}"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5232B886-3292-469D-8FAC-F10AAF3AA4EE}" type="datetimeFigureOut">
              <a:rPr lang="en-US" smtClean="0"/>
              <a:pPr/>
              <a:t>7/29/2019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579E51E5-17CA-44D7-A890-851D5C7D2DEA}" type="slidenum">
              <a:rPr lang="en-US" smtClean="0"/>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smtClean="0"/>
              <a:t>Click to edit Master title style</a:t>
            </a:r>
            <a:endParaRPr kumimoji="0" lang="en-US"/>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5232B886-3292-469D-8FAC-F10AAF3AA4EE}" type="datetimeFigureOut">
              <a:rPr lang="en-US" smtClean="0"/>
              <a:pPr/>
              <a:t>7/29/2019</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579E51E5-17CA-44D7-A890-851D5C7D2DEA}" type="slidenum">
              <a:rPr lang="en-US" smtClean="0"/>
              <a:pPr/>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smtClean="0"/>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232B886-3292-469D-8FAC-F10AAF3AA4EE}" type="datetimeFigureOut">
              <a:rPr lang="en-US" smtClean="0"/>
              <a:pPr/>
              <a:t>7/29/2019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9E51E5-17CA-44D7-A890-851D5C7D2DEA}"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5232B886-3292-469D-8FAC-F10AAF3AA4EE}" type="datetimeFigureOut">
              <a:rPr lang="en-US" smtClean="0"/>
              <a:pPr/>
              <a:t>7/29/2019</a:t>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579E51E5-17CA-44D7-A890-851D5C7D2DEA}"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5232B886-3292-469D-8FAC-F10AAF3AA4EE}" type="datetimeFigureOut">
              <a:rPr lang="en-US" smtClean="0"/>
              <a:pPr/>
              <a:t>7/29/2019</a:t>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579E51E5-17CA-44D7-A890-851D5C7D2DEA}"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90600" y="1524000"/>
            <a:ext cx="6477000" cy="1828800"/>
          </a:xfrm>
        </p:spPr>
        <p:txBody>
          <a:bodyPr>
            <a:normAutofit/>
          </a:bodyPr>
          <a:lstStyle/>
          <a:p>
            <a:pPr algn="ctr"/>
            <a:r>
              <a:rPr lang="en-US" sz="6000" dirty="0" smtClean="0"/>
              <a:t>Loops :-</a:t>
            </a:r>
            <a:endParaRPr lang="en-US" sz="6000" dirty="0"/>
          </a:p>
        </p:txBody>
      </p:sp>
      <p:sp>
        <p:nvSpPr>
          <p:cNvPr id="3" name="Subtitle 2"/>
          <p:cNvSpPr>
            <a:spLocks noGrp="1"/>
          </p:cNvSpPr>
          <p:nvPr>
            <p:ph type="subTitle" idx="1"/>
          </p:nvPr>
        </p:nvSpPr>
        <p:spPr/>
        <p:txBody>
          <a:bodyPr/>
          <a:lstStyle/>
          <a:p>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Basic loop:- infinite loop</a:t>
            </a:r>
            <a:endParaRPr lang="en-US" dirty="0"/>
          </a:p>
        </p:txBody>
      </p:sp>
      <p:sp>
        <p:nvSpPr>
          <p:cNvPr id="3" name="Content Placeholder 2"/>
          <p:cNvSpPr>
            <a:spLocks noGrp="1"/>
          </p:cNvSpPr>
          <p:nvPr>
            <p:ph sz="quarter" idx="1"/>
          </p:nvPr>
        </p:nvSpPr>
        <p:spPr/>
        <p:txBody>
          <a:bodyPr>
            <a:normAutofit/>
          </a:bodyPr>
          <a:lstStyle/>
          <a:p>
            <a:r>
              <a:rPr lang="en-US" dirty="0" smtClean="0"/>
              <a:t>Basic loop structure encloses sequence of statements in between the </a:t>
            </a:r>
            <a:r>
              <a:rPr lang="en-US" b="1" dirty="0" err="1" smtClean="0"/>
              <a:t>LOOP</a:t>
            </a:r>
            <a:r>
              <a:rPr lang="en-US" dirty="0" err="1" smtClean="0"/>
              <a:t>and</a:t>
            </a:r>
            <a:r>
              <a:rPr lang="en-US" dirty="0" smtClean="0"/>
              <a:t> </a:t>
            </a:r>
            <a:r>
              <a:rPr lang="en-US" b="1" dirty="0" smtClean="0"/>
              <a:t>END LOOP</a:t>
            </a:r>
            <a:r>
              <a:rPr lang="en-US" dirty="0" smtClean="0"/>
              <a:t> statements.</a:t>
            </a:r>
          </a:p>
          <a:p>
            <a:endParaRPr lang="en-US" dirty="0" smtClean="0"/>
          </a:p>
          <a:p>
            <a:r>
              <a:rPr lang="en-US" dirty="0" smtClean="0"/>
              <a:t>With each iteration, the sequence of statements is executed and then control resumes at the top of the loop.</a:t>
            </a:r>
          </a:p>
          <a:p>
            <a:endParaRPr lang="en-US" dirty="0" smtClean="0"/>
          </a:p>
          <a:p>
            <a:r>
              <a:rPr lang="en-US" dirty="0" smtClean="0"/>
              <a:t> An </a:t>
            </a:r>
            <a:r>
              <a:rPr lang="en-US" b="1" dirty="0" smtClean="0"/>
              <a:t>EXIT statement</a:t>
            </a:r>
            <a:r>
              <a:rPr lang="en-US" dirty="0" smtClean="0"/>
              <a:t> or an </a:t>
            </a:r>
            <a:r>
              <a:rPr lang="en-US" b="1" dirty="0" smtClean="0"/>
              <a:t>EXIT WHEN statement</a:t>
            </a:r>
            <a:r>
              <a:rPr lang="en-US" dirty="0" smtClean="0"/>
              <a:t> is required to break the loop.</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Syntax of basic loop :-</a:t>
            </a:r>
            <a:endParaRPr lang="en-US" dirty="0"/>
          </a:p>
        </p:txBody>
      </p:sp>
      <p:sp>
        <p:nvSpPr>
          <p:cNvPr id="3" name="Content Placeholder 2"/>
          <p:cNvSpPr>
            <a:spLocks noGrp="1"/>
          </p:cNvSpPr>
          <p:nvPr>
            <p:ph sz="quarter" idx="2"/>
          </p:nvPr>
        </p:nvSpPr>
        <p:spPr/>
        <p:txBody>
          <a:bodyPr>
            <a:normAutofit/>
          </a:bodyPr>
          <a:lstStyle/>
          <a:p>
            <a:r>
              <a:rPr lang="en-US" dirty="0" smtClean="0"/>
              <a:t>Syntax</a:t>
            </a:r>
          </a:p>
          <a:p>
            <a:pPr lvl="1"/>
            <a:r>
              <a:rPr lang="en-US" dirty="0" smtClean="0"/>
              <a:t>LOOP</a:t>
            </a:r>
          </a:p>
          <a:p>
            <a:pPr lvl="2"/>
            <a:r>
              <a:rPr lang="en-US" dirty="0" smtClean="0"/>
              <a:t>&lt;STATEMENT&gt;</a:t>
            </a:r>
          </a:p>
          <a:p>
            <a:pPr lvl="2"/>
            <a:r>
              <a:rPr lang="en-US" dirty="0" smtClean="0"/>
              <a:t>[EXITWHEN(CONDITION)];</a:t>
            </a:r>
          </a:p>
          <a:p>
            <a:r>
              <a:rPr lang="en-US" dirty="0" smtClean="0"/>
              <a:t>END LOOP </a:t>
            </a:r>
            <a:endParaRPr lang="en-US" dirty="0"/>
          </a:p>
        </p:txBody>
      </p:sp>
      <p:sp>
        <p:nvSpPr>
          <p:cNvPr id="6" name="Content Placeholder 5"/>
          <p:cNvSpPr>
            <a:spLocks noGrp="1"/>
          </p:cNvSpPr>
          <p:nvPr>
            <p:ph sz="quarter" idx="4"/>
          </p:nvPr>
        </p:nvSpPr>
        <p:spPr/>
        <p:txBody>
          <a:bodyPr>
            <a:normAutofit fontScale="62500" lnSpcReduction="20000"/>
          </a:bodyPr>
          <a:lstStyle/>
          <a:p>
            <a:r>
              <a:rPr lang="en-US" dirty="0" smtClean="0"/>
              <a:t>DECLARE</a:t>
            </a:r>
          </a:p>
          <a:p>
            <a:r>
              <a:rPr lang="en-US" dirty="0" smtClean="0"/>
              <a:t>      j  NUMBER(3);</a:t>
            </a:r>
          </a:p>
          <a:p>
            <a:r>
              <a:rPr lang="en-US" dirty="0" smtClean="0"/>
              <a:t>    BEGIN</a:t>
            </a:r>
          </a:p>
          <a:p>
            <a:r>
              <a:rPr lang="en-US" dirty="0" smtClean="0"/>
              <a:t>      j := 1;</a:t>
            </a:r>
          </a:p>
          <a:p>
            <a:r>
              <a:rPr lang="en-US" dirty="0" smtClean="0"/>
              <a:t>      LOOP</a:t>
            </a:r>
          </a:p>
          <a:p>
            <a:r>
              <a:rPr lang="en-US" dirty="0" smtClean="0"/>
              <a:t>        DBMS_OUTPUT.PUT_LINE(j);</a:t>
            </a:r>
          </a:p>
          <a:p>
            <a:r>
              <a:rPr lang="en-US" dirty="0" smtClean="0"/>
              <a:t>        j := j + 1;</a:t>
            </a:r>
          </a:p>
          <a:p>
            <a:r>
              <a:rPr lang="en-US" dirty="0" smtClean="0"/>
              <a:t>	exit when j&gt;10;</a:t>
            </a:r>
          </a:p>
          <a:p>
            <a:r>
              <a:rPr lang="en-US" dirty="0" smtClean="0"/>
              <a:t>      END LOOP;</a:t>
            </a:r>
          </a:p>
          <a:p>
            <a:r>
              <a:rPr lang="en-US" dirty="0" smtClean="0"/>
              <a:t> END;</a:t>
            </a:r>
          </a:p>
          <a:p>
            <a:r>
              <a:rPr lang="en-US" dirty="0" smtClean="0"/>
              <a:t>/</a:t>
            </a:r>
          </a:p>
          <a:p>
            <a:endParaRPr lang="en-US" dirty="0"/>
          </a:p>
        </p:txBody>
      </p:sp>
      <p:sp>
        <p:nvSpPr>
          <p:cNvPr id="4" name="Text Placeholder 3"/>
          <p:cNvSpPr>
            <a:spLocks noGrp="1"/>
          </p:cNvSpPr>
          <p:nvPr>
            <p:ph type="body" sz="quarter" idx="1"/>
          </p:nvPr>
        </p:nvSpPr>
        <p:spPr/>
        <p:txBody>
          <a:bodyPr/>
          <a:lstStyle/>
          <a:p>
            <a:r>
              <a:rPr lang="en-US" dirty="0" smtClean="0"/>
              <a:t>Syntax basic loop	</a:t>
            </a:r>
            <a:endParaRPr lang="en-US" dirty="0"/>
          </a:p>
        </p:txBody>
      </p:sp>
      <p:sp>
        <p:nvSpPr>
          <p:cNvPr id="5" name="Text Placeholder 4"/>
          <p:cNvSpPr>
            <a:spLocks noGrp="1"/>
          </p:cNvSpPr>
          <p:nvPr>
            <p:ph type="body" sz="quarter" idx="3"/>
          </p:nvPr>
        </p:nvSpPr>
        <p:spPr/>
        <p:txBody>
          <a:bodyPr/>
          <a:lstStyle/>
          <a:p>
            <a:r>
              <a:rPr lang="en-US" dirty="0" smtClean="0"/>
              <a:t>EXAMPLE OF BASIC LOOP</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 loop :-</a:t>
            </a:r>
            <a:endParaRPr lang="en-US" dirty="0"/>
          </a:p>
        </p:txBody>
      </p:sp>
      <p:sp>
        <p:nvSpPr>
          <p:cNvPr id="3" name="Content Placeholder 2"/>
          <p:cNvSpPr>
            <a:spLocks noGrp="1"/>
          </p:cNvSpPr>
          <p:nvPr>
            <p:ph sz="quarter" idx="1"/>
          </p:nvPr>
        </p:nvSpPr>
        <p:spPr>
          <a:xfrm>
            <a:off x="457200" y="1600200"/>
            <a:ext cx="8534400" cy="4724400"/>
          </a:xfrm>
        </p:spPr>
        <p:txBody>
          <a:bodyPr>
            <a:normAutofit fontScale="85000" lnSpcReduction="20000"/>
          </a:bodyPr>
          <a:lstStyle/>
          <a:p>
            <a:r>
              <a:rPr lang="en-US" dirty="0" smtClean="0"/>
              <a:t>A </a:t>
            </a:r>
            <a:r>
              <a:rPr lang="en-US" b="1" dirty="0" smtClean="0"/>
              <a:t>FOR LOOP</a:t>
            </a:r>
            <a:r>
              <a:rPr lang="en-US" dirty="0" smtClean="0"/>
              <a:t> is a repetition control structure that allows you to efficiently write a loop that needs to execute a specific number of times.</a:t>
            </a:r>
          </a:p>
          <a:p>
            <a:r>
              <a:rPr lang="en-US" dirty="0" smtClean="0"/>
              <a:t>Syntax</a:t>
            </a:r>
          </a:p>
          <a:p>
            <a:endParaRPr lang="en-US" dirty="0" smtClean="0"/>
          </a:p>
          <a:p>
            <a:r>
              <a:rPr lang="en-US" dirty="0" smtClean="0"/>
              <a:t>FOR&lt;VARIABLE&gt;IN[REVERSE]START_RANGE..END_RANGE</a:t>
            </a:r>
          </a:p>
          <a:p>
            <a:endParaRPr lang="en-US" dirty="0" smtClean="0"/>
          </a:p>
          <a:p>
            <a:r>
              <a:rPr lang="en-US" dirty="0" smtClean="0"/>
              <a:t>LOOP</a:t>
            </a:r>
          </a:p>
          <a:p>
            <a:endParaRPr lang="en-US" dirty="0" smtClean="0"/>
          </a:p>
          <a:p>
            <a:pPr lvl="1"/>
            <a:r>
              <a:rPr lang="en-US" dirty="0" smtClean="0"/>
              <a:t>&lt;LOOP BODY STATEMENT&gt; ;</a:t>
            </a:r>
          </a:p>
          <a:p>
            <a:endParaRPr lang="en-US" dirty="0" smtClean="0"/>
          </a:p>
          <a:p>
            <a:r>
              <a:rPr lang="en-US" dirty="0" smtClean="0"/>
              <a:t>END LOOP ;</a:t>
            </a:r>
          </a:p>
          <a:p>
            <a:endParaRPr lang="en-US" dirty="0" smtClean="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fontScale="70000" lnSpcReduction="20000"/>
          </a:bodyPr>
          <a:lstStyle/>
          <a:p>
            <a:r>
              <a:rPr lang="en-US" dirty="0" smtClean="0"/>
              <a:t>Following is the flow of control in a </a:t>
            </a:r>
            <a:r>
              <a:rPr lang="en-US" b="1" dirty="0" smtClean="0"/>
              <a:t>For Loop</a:t>
            </a:r>
            <a:r>
              <a:rPr lang="en-US" dirty="0" smtClean="0"/>
              <a:t> −</a:t>
            </a:r>
          </a:p>
          <a:p>
            <a:endParaRPr lang="en-US" dirty="0" smtClean="0"/>
          </a:p>
          <a:p>
            <a:r>
              <a:rPr lang="en-US" dirty="0" smtClean="0"/>
              <a:t>The initial step is executed first, and only once. This step allows you to declare and initialize any loop control variables.</a:t>
            </a:r>
          </a:p>
          <a:p>
            <a:endParaRPr lang="en-US" dirty="0" smtClean="0"/>
          </a:p>
          <a:p>
            <a:r>
              <a:rPr lang="en-US" dirty="0" smtClean="0"/>
              <a:t>Next, the condition, i.e., </a:t>
            </a:r>
            <a:r>
              <a:rPr lang="en-US" i="1" dirty="0" err="1" smtClean="0"/>
              <a:t>initial_value</a:t>
            </a:r>
            <a:r>
              <a:rPr lang="en-US" i="1" dirty="0" smtClean="0"/>
              <a:t> .. </a:t>
            </a:r>
            <a:r>
              <a:rPr lang="en-US" i="1" dirty="0" err="1" smtClean="0"/>
              <a:t>final_value</a:t>
            </a:r>
            <a:r>
              <a:rPr lang="en-US" dirty="0" smtClean="0"/>
              <a:t> is evaluated. If it is TRUE, the body of the loop is executed. If it is FALSE, the body of the loop does not execute and the flow of control jumps to the next statement just after the for loop.</a:t>
            </a:r>
          </a:p>
          <a:p>
            <a:endParaRPr lang="en-US" dirty="0" smtClean="0"/>
          </a:p>
          <a:p>
            <a:r>
              <a:rPr lang="en-US" dirty="0" smtClean="0"/>
              <a:t>After the body of the for loop executes, the value of the counter variable is increased or decreased.</a:t>
            </a:r>
          </a:p>
          <a:p>
            <a:endParaRPr lang="en-US" dirty="0" smtClean="0"/>
          </a:p>
          <a:p>
            <a:r>
              <a:rPr lang="en-US" dirty="0" smtClean="0"/>
              <a:t> You can </a:t>
            </a:r>
            <a:r>
              <a:rPr lang="en-US" smtClean="0"/>
              <a:t>reverse LOOP by using the </a:t>
            </a:r>
            <a:r>
              <a:rPr lang="en-US" b="1" smtClean="0"/>
              <a:t>REVERSE</a:t>
            </a:r>
            <a:r>
              <a:rPr lang="en-US" smtClean="0"/>
              <a:t> keyword</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of For loop :-</a:t>
            </a:r>
            <a:endParaRPr lang="en-US" dirty="0"/>
          </a:p>
        </p:txBody>
      </p:sp>
      <p:sp>
        <p:nvSpPr>
          <p:cNvPr id="3" name="Content Placeholder 2"/>
          <p:cNvSpPr>
            <a:spLocks noGrp="1"/>
          </p:cNvSpPr>
          <p:nvPr>
            <p:ph sz="quarter" idx="1"/>
          </p:nvPr>
        </p:nvSpPr>
        <p:spPr/>
        <p:txBody>
          <a:bodyPr>
            <a:normAutofit lnSpcReduction="10000"/>
          </a:bodyPr>
          <a:lstStyle/>
          <a:p>
            <a:r>
              <a:rPr lang="en-US" dirty="0" smtClean="0"/>
              <a:t>DECLARE</a:t>
            </a:r>
          </a:p>
          <a:p>
            <a:r>
              <a:rPr lang="en-US" dirty="0" smtClean="0"/>
              <a:t>	J NUMBER(2);</a:t>
            </a:r>
          </a:p>
          <a:p>
            <a:r>
              <a:rPr lang="en-US" dirty="0" smtClean="0"/>
              <a:t>BEGIN</a:t>
            </a:r>
          </a:p>
          <a:p>
            <a:r>
              <a:rPr lang="en-US" dirty="0" smtClean="0"/>
              <a:t>	FOR J IN 1..10</a:t>
            </a:r>
          </a:p>
          <a:p>
            <a:r>
              <a:rPr lang="en-US" dirty="0" smtClean="0"/>
              <a:t>	LOOP</a:t>
            </a:r>
          </a:p>
          <a:p>
            <a:r>
              <a:rPr lang="en-US" dirty="0" smtClean="0"/>
              <a:t>		DBMS_OUTPUT.PUT_LINE(J);</a:t>
            </a:r>
          </a:p>
          <a:p>
            <a:r>
              <a:rPr lang="en-US" dirty="0" smtClean="0"/>
              <a:t>	END LOOP;</a:t>
            </a:r>
          </a:p>
          <a:p>
            <a:r>
              <a:rPr lang="en-US" dirty="0" smtClean="0"/>
              <a:t>END;</a:t>
            </a:r>
          </a:p>
          <a:p>
            <a:r>
              <a:rPr lang="en-US" dirty="0" smtClean="0"/>
              <a:t>/</a:t>
            </a: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While loop :-</a:t>
            </a:r>
            <a:endParaRPr lang="en-US" dirty="0"/>
          </a:p>
        </p:txBody>
      </p:sp>
      <p:sp>
        <p:nvSpPr>
          <p:cNvPr id="3" name="Content Placeholder 2"/>
          <p:cNvSpPr>
            <a:spLocks noGrp="1"/>
          </p:cNvSpPr>
          <p:nvPr>
            <p:ph sz="quarter" idx="1"/>
          </p:nvPr>
        </p:nvSpPr>
        <p:spPr/>
        <p:txBody>
          <a:bodyPr/>
          <a:lstStyle/>
          <a:p>
            <a:r>
              <a:rPr lang="en-US" dirty="0" smtClean="0"/>
              <a:t>A </a:t>
            </a:r>
            <a:r>
              <a:rPr lang="en-US" b="1" dirty="0" smtClean="0"/>
              <a:t>WHILE LOOP</a:t>
            </a:r>
            <a:r>
              <a:rPr lang="en-US" dirty="0" smtClean="0"/>
              <a:t> statement in PL/SQL programming language repeatedly executes a target statement as long as a given condition is true.</a:t>
            </a:r>
          </a:p>
          <a:p>
            <a:r>
              <a:rPr lang="en-US" dirty="0" smtClean="0"/>
              <a:t>SYNTAX</a:t>
            </a:r>
          </a:p>
          <a:p>
            <a:r>
              <a:rPr lang="en-US" dirty="0" smtClean="0"/>
              <a:t>	WHILE &lt;CONDITION&gt;</a:t>
            </a:r>
          </a:p>
          <a:p>
            <a:r>
              <a:rPr lang="en-US" dirty="0" smtClean="0"/>
              <a:t>	LOOP</a:t>
            </a:r>
          </a:p>
          <a:p>
            <a:r>
              <a:rPr lang="en-US" dirty="0" smtClean="0"/>
              <a:t>		&lt;LOOP BODY STATEMENT&gt;</a:t>
            </a:r>
          </a:p>
          <a:p>
            <a:r>
              <a:rPr lang="en-US" dirty="0" smtClean="0"/>
              <a:t>	END LOOP;</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of while loop :-</a:t>
            </a:r>
            <a:endParaRPr lang="en-US" dirty="0"/>
          </a:p>
        </p:txBody>
      </p:sp>
      <p:sp>
        <p:nvSpPr>
          <p:cNvPr id="3" name="Content Placeholder 2"/>
          <p:cNvSpPr>
            <a:spLocks noGrp="1"/>
          </p:cNvSpPr>
          <p:nvPr>
            <p:ph sz="quarter" idx="1"/>
          </p:nvPr>
        </p:nvSpPr>
        <p:spPr/>
        <p:txBody>
          <a:bodyPr>
            <a:normAutofit fontScale="85000" lnSpcReduction="20000"/>
          </a:bodyPr>
          <a:lstStyle/>
          <a:p>
            <a:r>
              <a:rPr lang="en-US" dirty="0" smtClean="0"/>
              <a:t>DECLARE</a:t>
            </a:r>
          </a:p>
          <a:p>
            <a:r>
              <a:rPr lang="en-US" dirty="0" smtClean="0"/>
              <a:t>	J NUMBER(3);</a:t>
            </a:r>
          </a:p>
          <a:p>
            <a:r>
              <a:rPr lang="en-US" dirty="0" smtClean="0"/>
              <a:t>BEGIN</a:t>
            </a:r>
          </a:p>
          <a:p>
            <a:r>
              <a:rPr lang="en-US" dirty="0" smtClean="0"/>
              <a:t>	J :=1;</a:t>
            </a:r>
          </a:p>
          <a:p>
            <a:r>
              <a:rPr lang="en-US" dirty="0" smtClean="0"/>
              <a:t>	WHILE J&lt;=10</a:t>
            </a:r>
          </a:p>
          <a:p>
            <a:r>
              <a:rPr lang="en-US" dirty="0" smtClean="0"/>
              <a:t>	LOOP</a:t>
            </a:r>
          </a:p>
          <a:p>
            <a:r>
              <a:rPr lang="en-US" dirty="0" smtClean="0"/>
              <a:t>		DBMS_OUTPUT.PUT_LINE(J);</a:t>
            </a:r>
          </a:p>
          <a:p>
            <a:r>
              <a:rPr lang="en-US" dirty="0" smtClean="0"/>
              <a:t>		J :=J + 1;</a:t>
            </a:r>
          </a:p>
          <a:p>
            <a:r>
              <a:rPr lang="en-US" dirty="0" smtClean="0"/>
              <a:t>	END LOOP;</a:t>
            </a:r>
          </a:p>
          <a:p>
            <a:r>
              <a:rPr lang="en-US" dirty="0" smtClean="0"/>
              <a:t>END</a:t>
            </a:r>
            <a:r>
              <a:rPr lang="en-US" dirty="0" smtClean="0"/>
              <a:t>;</a:t>
            </a:r>
          </a:p>
          <a:p>
            <a:r>
              <a:rPr lang="en-US" smtClean="0"/>
              <a:t>/</a:t>
            </a:r>
            <a:endParaRPr lang="en-US"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59</TotalTime>
  <Words>91</Words>
  <Application>Microsoft Office PowerPoint</Application>
  <PresentationFormat>On-screen Show (4:3)</PresentationFormat>
  <Paragraphs>75</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Median</vt:lpstr>
      <vt:lpstr>Loops :-</vt:lpstr>
      <vt:lpstr>Basic loop:- infinite loop</vt:lpstr>
      <vt:lpstr>Syntax of basic loop :-</vt:lpstr>
      <vt:lpstr>For loop :-</vt:lpstr>
      <vt:lpstr>Slide 5</vt:lpstr>
      <vt:lpstr>Example of For loop :-</vt:lpstr>
      <vt:lpstr>While loop :-</vt:lpstr>
      <vt:lpstr>Example of while loop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Loops :-</dc:title>
  <dc:creator>jj</dc:creator>
  <cp:lastModifiedBy>jj</cp:lastModifiedBy>
  <cp:revision>7</cp:revision>
  <dcterms:created xsi:type="dcterms:W3CDTF">2018-07-26T14:18:50Z</dcterms:created>
  <dcterms:modified xsi:type="dcterms:W3CDTF">2019-07-29T12:50:44Z</dcterms:modified>
</cp:coreProperties>
</file>