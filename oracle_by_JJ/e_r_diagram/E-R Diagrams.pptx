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73AC8-945D-4619-B121-EDAB0D1AA6CD}" type="datetimeFigureOut">
              <a:rPr lang="en-US" smtClean="0"/>
              <a:pPr/>
              <a:t>7/26/2020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83ABE-430E-4FFB-A021-D8CE145D34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0"/>
            <a:ext cx="8267700" cy="609600"/>
          </a:xfrm>
        </p:spPr>
        <p:txBody>
          <a:bodyPr>
            <a:normAutofit fontScale="90000"/>
          </a:bodyPr>
          <a:lstStyle/>
          <a:p>
            <a:r>
              <a:rPr lang="en-US"/>
              <a:t>E-R Diagrams</a:t>
            </a:r>
          </a:p>
        </p:txBody>
      </p:sp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/>
          <a:srcRect l="1064" t="30733" r="1064" b="30733"/>
          <a:stretch>
            <a:fillRect/>
          </a:stretch>
        </p:blipFill>
        <p:spPr bwMode="auto">
          <a:xfrm>
            <a:off x="839788" y="963613"/>
            <a:ext cx="7956550" cy="2349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87047" name="Rectangle 7"/>
          <p:cNvSpPr>
            <a:spLocks noChangeArrowheads="1"/>
          </p:cNvSpPr>
          <p:nvPr/>
        </p:nvSpPr>
        <p:spPr bwMode="auto">
          <a:xfrm>
            <a:off x="473075" y="3622675"/>
            <a:ext cx="85058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b="1" dirty="0"/>
              <a:t>Rectangles</a:t>
            </a:r>
            <a:r>
              <a:rPr kumimoji="1" lang="en-US" sz="2000" dirty="0"/>
              <a:t> represent </a:t>
            </a:r>
            <a:r>
              <a:rPr kumimoji="1" lang="en-US" sz="2000" dirty="0" smtClean="0"/>
              <a:t>table </a:t>
            </a:r>
            <a:r>
              <a:rPr kumimoji="1" lang="en-US" sz="2000" dirty="0"/>
              <a:t>sets.</a:t>
            </a:r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b="1" dirty="0"/>
              <a:t>Diamonds</a:t>
            </a:r>
            <a:r>
              <a:rPr kumimoji="1" lang="en-US" sz="2000" dirty="0"/>
              <a:t> represent relationship </a:t>
            </a:r>
            <a:r>
              <a:rPr kumimoji="1" lang="en-US" sz="2000" dirty="0" smtClean="0"/>
              <a:t>between tables.</a:t>
            </a:r>
            <a:endParaRPr kumimoji="1" lang="en-US" sz="2000" dirty="0"/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b="1" dirty="0"/>
              <a:t>Lines</a:t>
            </a:r>
            <a:r>
              <a:rPr kumimoji="1" lang="en-US" sz="2000" dirty="0"/>
              <a:t> link attributes </a:t>
            </a:r>
            <a:r>
              <a:rPr kumimoji="1" lang="en-US" sz="2000" dirty="0" smtClean="0"/>
              <a:t>represent connection between tables with relationship and field.</a:t>
            </a:r>
            <a:endParaRPr kumimoji="1" lang="en-US" sz="2000" dirty="0"/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b="1" dirty="0"/>
              <a:t>Ellipses</a:t>
            </a:r>
            <a:r>
              <a:rPr kumimoji="1" lang="en-US" sz="2000" dirty="0"/>
              <a:t> represent </a:t>
            </a:r>
            <a:r>
              <a:rPr kumimoji="1" lang="en-US" sz="2000" dirty="0" smtClean="0"/>
              <a:t>table fields </a:t>
            </a:r>
            <a:endParaRPr kumimoji="1" lang="en-US" sz="2000" dirty="0"/>
          </a:p>
          <a:p>
            <a:pPr marL="342900" indent="-342900" algn="l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sz="2000" b="1" dirty="0" smtClean="0"/>
              <a:t>Underline</a:t>
            </a:r>
            <a:r>
              <a:rPr kumimoji="1" lang="en-US" sz="2000" dirty="0" smtClean="0"/>
              <a:t> </a:t>
            </a:r>
            <a:r>
              <a:rPr kumimoji="1" lang="en-US" sz="2000" dirty="0"/>
              <a:t>indicates primary key </a:t>
            </a:r>
            <a:r>
              <a:rPr kumimoji="1" lang="en-US" sz="2000"/>
              <a:t>attributes </a:t>
            </a:r>
            <a:endParaRPr kumimoji="1"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28600" y="139616"/>
          <a:ext cx="8153400" cy="6413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4076700"/>
              </a:tblGrid>
              <a:tr h="51963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DBMS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RDBMS</a:t>
                      </a:r>
                      <a:endParaRPr lang="en-US" sz="1600" dirty="0"/>
                    </a:p>
                  </a:txBody>
                  <a:tcPr/>
                </a:tc>
              </a:tr>
              <a:tr h="1153164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RELATIONSHIP BETWEEN TWO</a:t>
                      </a:r>
                      <a:r>
                        <a:rPr lang="en-US" sz="1600" baseline="0" dirty="0" smtClean="0"/>
                        <a:t> TABLES OR FILES ARE MAINTAINED PROGRAMICALLY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RELATIONSHIP BETWEEN TWO TABLES OR FILE CAN BE SPECIFIED AT THE TIME OF TABLE CREATION</a:t>
                      </a:r>
                    </a:p>
                  </a:txBody>
                  <a:tcPr/>
                </a:tc>
              </a:tr>
              <a:tr h="81148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DOES NOT SUPPORT CLIENT</a:t>
                      </a:r>
                      <a:r>
                        <a:rPr lang="en-US" sz="1600" baseline="0" dirty="0" smtClean="0"/>
                        <a:t> /SERVER ARCHITECTURE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SUPPORTS CLIENT/SERVER ARCHITECTURE</a:t>
                      </a:r>
                    </a:p>
                  </a:txBody>
                  <a:tcPr/>
                </a:tc>
              </a:tr>
              <a:tr h="81148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DOES</a:t>
                      </a:r>
                      <a:r>
                        <a:rPr lang="en-US" sz="1600" baseline="0" dirty="0" smtClean="0"/>
                        <a:t> NOT SUPPORT DISTRIBUTED DATABSES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SUPPORTS</a:t>
                      </a:r>
                      <a:r>
                        <a:rPr lang="en-US" sz="1600" baseline="0" dirty="0" smtClean="0"/>
                        <a:t> DISTRIBUTED DATABASES</a:t>
                      </a:r>
                      <a:endParaRPr lang="en-US" sz="1600" dirty="0" smtClean="0"/>
                    </a:p>
                  </a:txBody>
                  <a:tcPr/>
                </a:tc>
              </a:tr>
              <a:tr h="1494841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 SECURITY OF DATA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MULTIPLE SECURITY</a:t>
                      </a:r>
                      <a:r>
                        <a:rPr lang="en-US" sz="1600" baseline="0" dirty="0" smtClean="0"/>
                        <a:t> LEVES;</a:t>
                      </a:r>
                    </a:p>
                    <a:p>
                      <a:r>
                        <a:rPr lang="en-US" sz="1600" dirty="0" smtClean="0"/>
                        <a:t> 1</a:t>
                      </a:r>
                      <a:r>
                        <a:rPr lang="en-US" sz="1600" baseline="0" dirty="0" smtClean="0"/>
                        <a:t> LOGIN AT OS LEVEL</a:t>
                      </a:r>
                    </a:p>
                    <a:p>
                      <a:r>
                        <a:rPr lang="en-US" sz="1600" baseline="0" dirty="0" smtClean="0"/>
                        <a:t>2 COMMAND LEVEL SECURITY</a:t>
                      </a:r>
                    </a:p>
                    <a:p>
                      <a:r>
                        <a:rPr lang="en-US" sz="1600" baseline="0" dirty="0" smtClean="0"/>
                        <a:t>3 OBJECT LEVEL SECURITY</a:t>
                      </a:r>
                      <a:endParaRPr lang="en-US" sz="1600" dirty="0" smtClean="0"/>
                    </a:p>
                  </a:txBody>
                  <a:tcPr/>
                </a:tc>
              </a:tr>
              <a:tr h="81148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EACH TABLE IS GIVEN</a:t>
                      </a:r>
                      <a:r>
                        <a:rPr lang="en-US" sz="1600" baseline="0" dirty="0" smtClean="0"/>
                        <a:t> EXTENSION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MANY TABLES ARE GROUPED IN ONE DATABASE IN RDBMS</a:t>
                      </a:r>
                    </a:p>
                  </a:txBody>
                  <a:tcPr/>
                </a:tc>
              </a:tr>
              <a:tr h="81148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Example</a:t>
                      </a:r>
                      <a:r>
                        <a:rPr lang="en-US" sz="1600" baseline="0" dirty="0" smtClean="0"/>
                        <a:t> :</a:t>
                      </a:r>
                      <a:r>
                        <a:rPr lang="en-US" sz="1600" baseline="0" dirty="0" err="1" smtClean="0"/>
                        <a:t>Foxpro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Example :</a:t>
                      </a:r>
                      <a:r>
                        <a:rPr lang="en-US" sz="1600" baseline="0" dirty="0" smtClean="0"/>
                        <a:t> Oracle</a:t>
                      </a:r>
                      <a:endParaRPr lang="en-US" sz="16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5913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SQL VS SQL *PLUS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1143000"/>
          <a:ext cx="8229600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 is a language for communicating</a:t>
                      </a:r>
                      <a:r>
                        <a:rPr lang="en-US" baseline="0" dirty="0" smtClean="0"/>
                        <a:t> with the oracle server to access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recognizes SQL statements and sends them to Server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is based on American National Standards Institute(ANSI)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is the Oracle proprietary interface for execution SQL statements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manipulates data and table definition in the 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does not allow manipulation of values in the database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is entered into the SQL buffer on one or more lines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is entered one line at a time, not stored in the SQL buffer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does not have continuation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uses a dash(-) as a continuation character if the command is longer than one line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 uses a termination</a:t>
                      </a:r>
                      <a:r>
                        <a:rPr lang="en-US" baseline="0" dirty="0" smtClean="0"/>
                        <a:t> character to execute commands immediately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does not require termination characters ; executes commands immediately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smtClean="0"/>
                        <a:t>uses functions </a:t>
                      </a:r>
                      <a:r>
                        <a:rPr lang="en-US" baseline="0" dirty="0" smtClean="0"/>
                        <a:t>to perform some formatting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uses commands to format data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285</Words>
  <Application>Microsoft Office PowerPoint</Application>
  <PresentationFormat>On-screen Show (4:3)</PresentationFormat>
  <Paragraphs>40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E-R Diagrams</vt:lpstr>
      <vt:lpstr>Slide 2</vt:lpstr>
      <vt:lpstr>SQL VS SQL *PLUS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 Diagrams</dc:title>
  <dc:creator>jj</dc:creator>
  <cp:lastModifiedBy>jj</cp:lastModifiedBy>
  <cp:revision>4</cp:revision>
  <dcterms:created xsi:type="dcterms:W3CDTF">2016-07-11T02:16:50Z</dcterms:created>
  <dcterms:modified xsi:type="dcterms:W3CDTF">2020-07-26T14:28:48Z</dcterms:modified>
</cp:coreProperties>
</file>