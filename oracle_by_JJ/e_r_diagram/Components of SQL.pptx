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0" r:id="rId2"/>
    <p:sldId id="256" r:id="rId3"/>
    <p:sldId id="257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D0780E6-933E-46D8-99D8-7DC30E329530}" type="datetimeFigureOut">
              <a:rPr lang="en-US" smtClean="0"/>
              <a:pPr/>
              <a:t>7/5/2021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54CA32-B89D-47E6-AA92-27B259709B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0E6-933E-46D8-99D8-7DC30E329530}" type="datetimeFigureOut">
              <a:rPr lang="en-US" smtClean="0"/>
              <a:pPr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54CA32-B89D-47E6-AA92-27B259709B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0E6-933E-46D8-99D8-7DC30E329530}" type="datetimeFigureOut">
              <a:rPr lang="en-US" smtClean="0"/>
              <a:pPr/>
              <a:t>7/5/2021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E54CA32-B89D-47E6-AA92-27B259709B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D0780E6-933E-46D8-99D8-7DC30E329530}" type="datetimeFigureOut">
              <a:rPr lang="en-US" smtClean="0"/>
              <a:pPr/>
              <a:t>7/5/2021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E54CA32-B89D-47E6-AA92-27B259709B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D0780E6-933E-46D8-99D8-7DC30E329530}" type="datetimeFigureOut">
              <a:rPr lang="en-US" smtClean="0"/>
              <a:pPr/>
              <a:t>7/5/2021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E54CA32-B89D-47E6-AA92-27B259709B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0E6-933E-46D8-99D8-7DC30E329530}" type="datetimeFigureOut">
              <a:rPr lang="en-US" smtClean="0"/>
              <a:pPr/>
              <a:t>7/5/2021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54CA32-B89D-47E6-AA92-27B259709B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0E6-933E-46D8-99D8-7DC30E329530}" type="datetimeFigureOut">
              <a:rPr lang="en-US" smtClean="0"/>
              <a:pPr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54CA32-B89D-47E6-AA92-27B259709B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0E6-933E-46D8-99D8-7DC30E329530}" type="datetimeFigureOut">
              <a:rPr lang="en-US" smtClean="0"/>
              <a:pPr/>
              <a:t>7/5/2021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E54CA32-B89D-47E6-AA92-27B259709B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D0780E6-933E-46D8-99D8-7DC30E329530}" type="datetimeFigureOut">
              <a:rPr lang="en-US" smtClean="0"/>
              <a:pPr/>
              <a:t>7/5/2021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E54CA32-B89D-47E6-AA92-27B259709BE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780E6-933E-46D8-99D8-7DC30E329530}" type="datetimeFigureOut">
              <a:rPr lang="en-US" smtClean="0"/>
              <a:pPr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4CA32-B89D-47E6-AA92-27B259709B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D0780E6-933E-46D8-99D8-7DC30E329530}" type="datetimeFigureOut">
              <a:rPr lang="en-US" smtClean="0"/>
              <a:pPr/>
              <a:t>7/5/2021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E54CA32-B89D-47E6-AA92-27B259709BE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D0780E6-933E-46D8-99D8-7DC30E329530}" type="datetimeFigureOut">
              <a:rPr lang="en-US" smtClean="0"/>
              <a:pPr/>
              <a:t>7/5/2021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E54CA32-B89D-47E6-AA92-27B259709BE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04800"/>
            <a:ext cx="7851648" cy="6096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DBMS V/S RDBMS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219200"/>
            <a:ext cx="8610600" cy="5257800"/>
          </a:xfrm>
        </p:spPr>
        <p:txBody>
          <a:bodyPr/>
          <a:lstStyle/>
          <a:p>
            <a:pPr algn="ctr"/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1397000"/>
          <a:ext cx="6096000" cy="3997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DBMS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RDBMS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RELATIONSHIP BETWEEN TWO</a:t>
                      </a:r>
                      <a:r>
                        <a:rPr lang="en-US" sz="1600" baseline="0" dirty="0" smtClean="0"/>
                        <a:t> TABLES OR FILES ARE MAINTAINED PROGRAMICALLY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RELATIONSHIP BETWEEN TWO TABLES OR FILE CAN BE SPECIFIED AT THE TIME OF TABLE CREATION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DOES NOT SUPPORT CLIENT</a:t>
                      </a:r>
                      <a:r>
                        <a:rPr lang="en-US" sz="1600" baseline="0" dirty="0" smtClean="0"/>
                        <a:t> /SERVER ARCHITECTURE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SUPPORTS CLIENT/SERVER ARCHITECTURE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DOES</a:t>
                      </a:r>
                      <a:r>
                        <a:rPr lang="en-US" sz="1600" baseline="0" dirty="0" smtClean="0"/>
                        <a:t> NOT SUPPORT DISTRIBUTED DATABSES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SUPPORTS</a:t>
                      </a:r>
                      <a:r>
                        <a:rPr lang="en-US" sz="1600" baseline="0" dirty="0" smtClean="0"/>
                        <a:t> DISTRIBUTED DATABASES</a:t>
                      </a:r>
                      <a:endParaRPr lang="en-US" sz="16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NO SECURITY OF DATA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MULTIPLE SECURITY</a:t>
                      </a:r>
                      <a:r>
                        <a:rPr lang="en-US" sz="1600" baseline="0" dirty="0" smtClean="0"/>
                        <a:t> LEVES;</a:t>
                      </a:r>
                    </a:p>
                    <a:p>
                      <a:r>
                        <a:rPr lang="en-US" sz="1600" dirty="0" smtClean="0"/>
                        <a:t> 1</a:t>
                      </a:r>
                      <a:r>
                        <a:rPr lang="en-US" sz="1600" baseline="0" dirty="0" smtClean="0"/>
                        <a:t> LOGIN AT OS LEVEL</a:t>
                      </a:r>
                    </a:p>
                    <a:p>
                      <a:r>
                        <a:rPr lang="en-US" sz="1600" baseline="0" dirty="0" smtClean="0"/>
                        <a:t>2 COMMAND LEVEL SECURITY</a:t>
                      </a:r>
                    </a:p>
                    <a:p>
                      <a:r>
                        <a:rPr lang="en-US" sz="1600" baseline="0" dirty="0" smtClean="0"/>
                        <a:t>3 OBJECT LEVEL SECURITY</a:t>
                      </a:r>
                      <a:endParaRPr lang="en-US" sz="16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EACH TABLE IS GIVEN</a:t>
                      </a:r>
                      <a:r>
                        <a:rPr lang="en-US" sz="1600" baseline="0" dirty="0" smtClean="0"/>
                        <a:t> EXTENSION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MANY TABLES ARE GROUPED IN ONE DATABASE IN RDBMS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chemeClr val="tx1"/>
                </a:solidFill>
              </a:rPr>
              <a:t>Components of SQL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457200" y="1905000"/>
            <a:ext cx="8001000" cy="4953000"/>
          </a:xfrm>
        </p:spPr>
        <p:txBody>
          <a:bodyPr>
            <a:normAutofit fontScale="70000" lnSpcReduction="20000"/>
          </a:bodyPr>
          <a:lstStyle/>
          <a:p>
            <a:pPr algn="l">
              <a:buFont typeface="Wingdings" pitchFamily="2" charset="2"/>
              <a:buChar char="§"/>
            </a:pPr>
            <a:r>
              <a:rPr lang="en-US" dirty="0" smtClean="0"/>
              <a:t> DDL(Data Definition Language) :-</a:t>
            </a:r>
          </a:p>
          <a:p>
            <a:pPr algn="l">
              <a:buFont typeface="Wingdings" pitchFamily="2" charset="2"/>
              <a:buChar char="§"/>
            </a:pPr>
            <a:endParaRPr lang="en-US" dirty="0" smtClean="0"/>
          </a:p>
          <a:p>
            <a:pPr lvl="1" algn="l">
              <a:buFont typeface="Arial" pitchFamily="34" charset="0"/>
              <a:buChar char="•"/>
            </a:pPr>
            <a:r>
              <a:rPr lang="en-US" dirty="0" smtClean="0"/>
              <a:t> Create, Alter, Drop, Truncate, Grant, Revoke</a:t>
            </a:r>
          </a:p>
          <a:p>
            <a:pPr lvl="1" algn="l">
              <a:buFont typeface="Arial" pitchFamily="34" charset="0"/>
              <a:buChar char="•"/>
            </a:pPr>
            <a:endParaRPr lang="en-US" dirty="0" smtClean="0"/>
          </a:p>
          <a:p>
            <a:pPr algn="l">
              <a:buFont typeface="Wingdings" pitchFamily="2" charset="2"/>
              <a:buChar char="§"/>
            </a:pPr>
            <a:r>
              <a:rPr lang="en-US" dirty="0" smtClean="0"/>
              <a:t> DML(Data Manipulation Language) :-</a:t>
            </a:r>
          </a:p>
          <a:p>
            <a:pPr algn="l">
              <a:buFont typeface="Wingdings" pitchFamily="2" charset="2"/>
              <a:buChar char="§"/>
            </a:pPr>
            <a:endParaRPr lang="en-US" dirty="0" smtClean="0"/>
          </a:p>
          <a:p>
            <a:pPr lvl="1" algn="l">
              <a:buFont typeface="Wingdings" pitchFamily="2" charset="2"/>
              <a:buChar char="§"/>
            </a:pPr>
            <a:r>
              <a:rPr lang="en-US" dirty="0" smtClean="0"/>
              <a:t> Insert, Update, Delete</a:t>
            </a:r>
          </a:p>
          <a:p>
            <a:pPr lvl="1" algn="l">
              <a:buFont typeface="Wingdings" pitchFamily="2" charset="2"/>
              <a:buChar char="§"/>
            </a:pPr>
            <a:endParaRPr lang="en-US" dirty="0" smtClean="0"/>
          </a:p>
          <a:p>
            <a:pPr algn="l">
              <a:buFont typeface="Wingdings" pitchFamily="2" charset="2"/>
              <a:buChar char="§"/>
            </a:pPr>
            <a:r>
              <a:rPr lang="en-US" dirty="0" smtClean="0"/>
              <a:t> DCL(Data Control Language) :-</a:t>
            </a:r>
          </a:p>
          <a:p>
            <a:pPr algn="l">
              <a:buFont typeface="Wingdings" pitchFamily="2" charset="2"/>
              <a:buChar char="§"/>
            </a:pPr>
            <a:endParaRPr lang="en-US" dirty="0" smtClean="0"/>
          </a:p>
          <a:p>
            <a:pPr lvl="1" algn="l">
              <a:buFont typeface="Wingdings" pitchFamily="2" charset="2"/>
              <a:buChar char="§"/>
            </a:pPr>
            <a:r>
              <a:rPr lang="en-US" dirty="0" smtClean="0"/>
              <a:t> Commit, </a:t>
            </a:r>
            <a:r>
              <a:rPr lang="en-US" dirty="0" err="1" smtClean="0"/>
              <a:t>Savepoint</a:t>
            </a:r>
            <a:r>
              <a:rPr lang="en-US" dirty="0" smtClean="0"/>
              <a:t>, Rollback, Grant/Revoke</a:t>
            </a:r>
          </a:p>
          <a:p>
            <a:pPr lvl="1" algn="l">
              <a:buFont typeface="Wingdings" pitchFamily="2" charset="2"/>
              <a:buChar char="§"/>
            </a:pPr>
            <a:endParaRPr lang="en-US" dirty="0" smtClean="0"/>
          </a:p>
          <a:p>
            <a:pPr algn="l">
              <a:buFont typeface="Wingdings" pitchFamily="2" charset="2"/>
              <a:buChar char="§"/>
            </a:pPr>
            <a:r>
              <a:rPr lang="en-US" dirty="0" smtClean="0"/>
              <a:t> DQL(Data Query Language) :-</a:t>
            </a:r>
          </a:p>
          <a:p>
            <a:pPr algn="l">
              <a:buFont typeface="Wingdings" pitchFamily="2" charset="2"/>
              <a:buChar char="§"/>
            </a:pPr>
            <a:endParaRPr lang="en-US" dirty="0" smtClean="0"/>
          </a:p>
          <a:p>
            <a:pPr lvl="1" algn="l">
              <a:buFont typeface="Wingdings" pitchFamily="2" charset="2"/>
              <a:buChar char="§"/>
            </a:pPr>
            <a:r>
              <a:rPr lang="en-US" dirty="0" smtClean="0"/>
              <a:t> SELECT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59131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SQL VS SQL *PLUS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81000" y="1143000"/>
          <a:ext cx="8229600" cy="5400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 is a language for communicating</a:t>
                      </a:r>
                      <a:r>
                        <a:rPr lang="en-US" baseline="0" dirty="0" smtClean="0"/>
                        <a:t> with the oracle server to access data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recognizes SQL statements and sends them to Server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is based on American National Standards Institute(ANSI)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is the Oracle proprietary interface for execution SQL statements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manipulates data and table definition in the database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does not allow manipulation of values in the database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is entered into the SQL buffer on one or more lines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is entered one line at a time, not stored in the SQL buffer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does not have continuation character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uses a dash(-) as a continuation character if the command is longer than one line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 uses a termination</a:t>
                      </a:r>
                      <a:r>
                        <a:rPr lang="en-US" baseline="0" dirty="0" smtClean="0"/>
                        <a:t> character to execute commands immediately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does not require termination characters ; executes commands immediately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smtClean="0"/>
                        <a:t>uses functions </a:t>
                      </a:r>
                      <a:r>
                        <a:rPr lang="en-US" baseline="0" dirty="0" smtClean="0"/>
                        <a:t>to perform some formatting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SQL</a:t>
                      </a:r>
                      <a:r>
                        <a:rPr lang="en-US" baseline="0" dirty="0" smtClean="0"/>
                        <a:t> *PLUS uses commands to format data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91</TotalTime>
  <Words>303</Words>
  <Application>Microsoft Office PowerPoint</Application>
  <PresentationFormat>On-screen Show (4:3)</PresentationFormat>
  <Paragraphs>49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Median</vt:lpstr>
      <vt:lpstr>DBMS V/S RDBMS</vt:lpstr>
      <vt:lpstr>Components of SQL</vt:lpstr>
      <vt:lpstr>SQL VS SQL *PLUS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Components of SQL</dc:title>
  <dc:creator>God</dc:creator>
  <cp:lastModifiedBy>jj</cp:lastModifiedBy>
  <cp:revision>22</cp:revision>
  <dcterms:created xsi:type="dcterms:W3CDTF">2012-12-07T05:01:16Z</dcterms:created>
  <dcterms:modified xsi:type="dcterms:W3CDTF">2021-07-05T03:38:00Z</dcterms:modified>
</cp:coreProperties>
</file>