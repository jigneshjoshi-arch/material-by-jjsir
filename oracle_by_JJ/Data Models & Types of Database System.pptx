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8ABDA0D2-ECAD-458E-BA7B-F85417A5D458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3C0DE9-FA4D-4364-B713-FA880463BA8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A0D2-ECAD-458E-BA7B-F85417A5D458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83C0DE9-FA4D-4364-B713-FA880463BA8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A0D2-ECAD-458E-BA7B-F85417A5D458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183C0DE9-FA4D-4364-B713-FA880463BA8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ABDA0D2-ECAD-458E-BA7B-F85417A5D458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83C0DE9-FA4D-4364-B713-FA880463BA8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ABDA0D2-ECAD-458E-BA7B-F85417A5D458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83C0DE9-FA4D-4364-B713-FA880463BA8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A0D2-ECAD-458E-BA7B-F85417A5D458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83C0DE9-FA4D-4364-B713-FA880463BA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A0D2-ECAD-458E-BA7B-F85417A5D458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3C0DE9-FA4D-4364-B713-FA880463BA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A0D2-ECAD-458E-BA7B-F85417A5D458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83C0DE9-FA4D-4364-B713-FA880463BA8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8ABDA0D2-ECAD-458E-BA7B-F85417A5D458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183C0DE9-FA4D-4364-B713-FA880463BA8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A0D2-ECAD-458E-BA7B-F85417A5D458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0DE9-FA4D-4364-B713-FA880463BA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8ABDA0D2-ECAD-458E-BA7B-F85417A5D458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183C0DE9-FA4D-4364-B713-FA880463BA8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ABDA0D2-ECAD-458E-BA7B-F85417A5D458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83C0DE9-FA4D-4364-B713-FA880463BA8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905000"/>
            <a:ext cx="6477000" cy="1828800"/>
          </a:xfrm>
        </p:spPr>
        <p:txBody>
          <a:bodyPr/>
          <a:lstStyle/>
          <a:p>
            <a:r>
              <a:rPr lang="en-US" dirty="0" smtClean="0"/>
              <a:t>Data Models &amp; Types of Database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Data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Physical </a:t>
            </a:r>
            <a:r>
              <a:rPr lang="en-US" dirty="0" smtClean="0"/>
              <a:t>Data </a:t>
            </a:r>
            <a:r>
              <a:rPr lang="en-US" dirty="0" smtClean="0"/>
              <a:t>Models</a:t>
            </a:r>
          </a:p>
          <a:p>
            <a:r>
              <a:rPr lang="en-US" dirty="0" smtClean="0"/>
              <a:t>Hierarchical </a:t>
            </a:r>
            <a:r>
              <a:rPr lang="en-US" dirty="0" smtClean="0"/>
              <a:t>Data </a:t>
            </a:r>
            <a:r>
              <a:rPr lang="en-US" dirty="0" smtClean="0"/>
              <a:t>Model </a:t>
            </a:r>
          </a:p>
          <a:p>
            <a:r>
              <a:rPr lang="en-US" dirty="0" smtClean="0"/>
              <a:t>Network </a:t>
            </a:r>
            <a:r>
              <a:rPr lang="en-US" dirty="0" smtClean="0"/>
              <a:t>Data </a:t>
            </a:r>
            <a:r>
              <a:rPr lang="en-US" dirty="0" smtClean="0"/>
              <a:t>Model </a:t>
            </a:r>
          </a:p>
          <a:p>
            <a:r>
              <a:rPr lang="en-US" dirty="0" smtClean="0"/>
              <a:t>Relation </a:t>
            </a:r>
            <a:r>
              <a:rPr lang="en-US" dirty="0" smtClean="0"/>
              <a:t>Data </a:t>
            </a:r>
            <a:r>
              <a:rPr lang="en-US" dirty="0" smtClean="0"/>
              <a:t>Model </a:t>
            </a:r>
          </a:p>
          <a:p>
            <a:r>
              <a:rPr lang="en-US" dirty="0" smtClean="0"/>
              <a:t>Entity </a:t>
            </a:r>
            <a:r>
              <a:rPr lang="en-US" dirty="0" smtClean="0"/>
              <a:t>– Relationship (E-R) Data </a:t>
            </a:r>
            <a:r>
              <a:rPr lang="en-US" dirty="0" smtClean="0"/>
              <a:t>Model </a:t>
            </a:r>
          </a:p>
          <a:p>
            <a:r>
              <a:rPr lang="en-US" dirty="0" smtClean="0"/>
              <a:t>Object </a:t>
            </a:r>
            <a:r>
              <a:rPr lang="en-US" dirty="0" smtClean="0"/>
              <a:t>– oriented Data </a:t>
            </a:r>
            <a:r>
              <a:rPr lang="en-US" dirty="0" smtClean="0"/>
              <a:t>Model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Physical Data </a:t>
            </a:r>
            <a:r>
              <a:rPr lang="en-US" dirty="0" smtClean="0"/>
              <a:t>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smtClean="0"/>
              <a:t>physical data model is </a:t>
            </a:r>
            <a:r>
              <a:rPr lang="en-US" b="1" dirty="0" smtClean="0"/>
              <a:t>a database-specific model that represents relational data objects (for example, tables, columns, primary and foreign keys) and their relationships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Hierarchical </a:t>
            </a:r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was</a:t>
            </a:r>
            <a:r>
              <a:rPr lang="en-US" dirty="0" smtClean="0"/>
              <a:t> </a:t>
            </a:r>
            <a:r>
              <a:rPr lang="en-US" b="1" dirty="0" smtClean="0"/>
              <a:t>the first database management system model</a:t>
            </a:r>
            <a:r>
              <a:rPr lang="en-US" dirty="0" smtClean="0"/>
              <a:t>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 smtClean="0"/>
              <a:t>concept uses a hierarchical tree structure to </a:t>
            </a:r>
            <a:r>
              <a:rPr lang="en-US" dirty="0" err="1" smtClean="0"/>
              <a:t>organise</a:t>
            </a:r>
            <a:r>
              <a:rPr lang="en-US" dirty="0" smtClean="0"/>
              <a:t> the data.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/>
              <a:t>hierarchy begins at the root, which contains root data, and then grows into a tree as child nodes are added to the parent node.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  <p:pic>
        <p:nvPicPr>
          <p:cNvPr id="5122" name="Picture 2" descr="5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1981200"/>
            <a:ext cx="3882093" cy="2895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Network Model in DBMS is </a:t>
            </a:r>
            <a:r>
              <a:rPr lang="en-US" b="1" dirty="0" smtClean="0"/>
              <a:t>a hierarchical model that is used to represent the many-to-many relationship among the database constraints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098" name="AutoShape 2" descr="Network Model in DBMS | Database management System | PrepIns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Network Model in DBMS | Database management System | PrepIns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3124200"/>
            <a:ext cx="47625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The relational model in DBMS is </a:t>
            </a:r>
            <a:r>
              <a:rPr lang="en-US" b="1" dirty="0" smtClean="0"/>
              <a:t>an abstract model used to organize and manage the data stored in a database</a:t>
            </a:r>
            <a:r>
              <a:rPr lang="en-US" dirty="0" smtClean="0"/>
              <a:t>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 smtClean="0"/>
              <a:t>stores data in two-dimensional inter-related tables, also known as relations in which each row represents an entity and each column represents the properties of the entity.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3075" name="Picture 3" descr="Relational Data Model in DBMS | Database Concepts &amp; Examp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4875" y="1524000"/>
            <a:ext cx="4048125" cy="4343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 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ER model stands for an Entity-Relationship model.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 smtClean="0"/>
              <a:t>is a high-level data model.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 smtClean="0"/>
              <a:t>model is </a:t>
            </a:r>
            <a:r>
              <a:rPr lang="en-US" b="1" dirty="0" smtClean="0"/>
              <a:t>used to define the data elements and relationship for a specified system</a:t>
            </a:r>
            <a:r>
              <a:rPr lang="en-US" dirty="0" smtClean="0"/>
              <a:t>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 smtClean="0"/>
              <a:t>develops a conceptual design for the database.</a:t>
            </a:r>
            <a:endParaRPr lang="en-US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4191000"/>
            <a:ext cx="59436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Object – oriented Data </a:t>
            </a:r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ODBMS which is an abbreviation for object-oriented database management system is </a:t>
            </a:r>
            <a:r>
              <a:rPr lang="en-US" b="1" dirty="0" smtClean="0"/>
              <a:t>the data model in which data is stored in form of objects, which are instances of classes</a:t>
            </a:r>
            <a:r>
              <a:rPr lang="en-US" dirty="0" smtClean="0"/>
              <a:t>. 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26" name="AutoShape 2" descr="Object Oriented Database Model in DBMS | PrepIns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Object Oriented Database Model in DBMS | PrepIns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1600200"/>
            <a:ext cx="3886200" cy="4257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34</TotalTime>
  <Words>101</Words>
  <Application>Microsoft Office PowerPoint</Application>
  <PresentationFormat>On-screen Show (4:3)</PresentationFormat>
  <Paragraphs>26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Median</vt:lpstr>
      <vt:lpstr>Data Models &amp; Types of Database System</vt:lpstr>
      <vt:lpstr>Types of Data models</vt:lpstr>
      <vt:lpstr>Physical Data Models</vt:lpstr>
      <vt:lpstr>Hierarchical Model</vt:lpstr>
      <vt:lpstr>Network model</vt:lpstr>
      <vt:lpstr>Relational Model</vt:lpstr>
      <vt:lpstr>E R model</vt:lpstr>
      <vt:lpstr>Object – oriented Data Model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Models &amp; Types of Database System</dc:title>
  <dc:creator>jjsir</dc:creator>
  <cp:lastModifiedBy>jjsir</cp:lastModifiedBy>
  <cp:revision>10</cp:revision>
  <dcterms:created xsi:type="dcterms:W3CDTF">2022-09-29T14:27:48Z</dcterms:created>
  <dcterms:modified xsi:type="dcterms:W3CDTF">2022-09-29T15:02:36Z</dcterms:modified>
</cp:coreProperties>
</file>