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4494" y="998376"/>
            <a:ext cx="6477000" cy="1828800"/>
          </a:xfrm>
        </p:spPr>
        <p:txBody>
          <a:bodyPr>
            <a:normAutofit/>
          </a:bodyPr>
          <a:lstStyle/>
          <a:p>
            <a:r>
              <a:t>SQL*Plus Formatting Commands </a:t>
            </a:r>
            <a:r>
              <a:rPr/>
              <a:t>in </a:t>
            </a:r>
            <a:r>
              <a:rPr smtClean="0"/>
              <a:t>Oracl</a:t>
            </a:r>
            <a:r>
              <a:rPr lang="en-US" dirty="0" smtClean="0"/>
              <a:t>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An overview of useful SQL*Plus formatting options for reports and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Overview of SQL*Plus Formatting Commands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342900">
                <a:tc>
                  <a:txBody>
                    <a:bodyPr/>
                    <a:lstStyle/>
                    <a:p>
                      <a: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Formats a column’s output (width, heading, alignment, etc.)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Sets environment variables that affect display (e.g., linesize, pagesize)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TTITLE / BTITLE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Sets top or bottom titles for reports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Controls where and how breaks occur in report output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Performs calculations on subsets of data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Outputs result to a file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Clears formatting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Command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2800"/>
              <a:t>• SET LINESIZE 100 – Sets the width of the output line</a:t>
            </a:r>
          </a:p>
          <a:p>
            <a:r>
              <a:rPr sz="2800"/>
              <a:t>• SET PAGESIZE 50 – Sets number of rows per page</a:t>
            </a:r>
          </a:p>
          <a:p>
            <a:r>
              <a:rPr sz="2800"/>
              <a:t>• SET HEADING ON/OFF – Toggles column headers</a:t>
            </a:r>
          </a:p>
          <a:p>
            <a:r>
              <a:rPr sz="2800"/>
              <a:t>• SET FEEDBACK ON/OFF – Toggles row count feedback</a:t>
            </a:r>
          </a:p>
          <a:p>
            <a:r>
              <a:rPr sz="2800"/>
              <a:t>• SET ECHO ON/OFF – Displays executed commands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 Command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COLUMN ename FORMAT A10 – Width 10 characters</a:t>
            </a:r>
          </a:p>
          <a:p>
            <a:r>
              <a:t>• COLUMN sal FORMAT 99999.99 – Numeric format</a:t>
            </a:r>
          </a:p>
          <a:p>
            <a:r>
              <a:t>• COLUMN deptno HEADING 'Dept No' – Custom heading</a:t>
            </a:r>
          </a:p>
          <a:p>
            <a:r>
              <a:t>• COLUMN ename NOPRINT – Hides column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and COMPUTE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BREAK ON deptno SKIP 1 – Inserts line when deptno changes</a:t>
            </a:r>
          </a:p>
          <a:p>
            <a:r>
              <a:t>• COMPUTE SUM OF sal ON deptno – Totals by department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TTITLE / BTITLE and SPOOL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TTITLE CENTER 'Employee Report' – Adds top title</a:t>
            </a:r>
          </a:p>
          <a:p>
            <a:r>
              <a:t>• BTITLE RIGHT 'Page Footer' – Adds footer text</a:t>
            </a:r>
          </a:p>
          <a:p>
            <a:r>
              <a:t>• SPOOL emp_report.txt – Outputs result to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CLEAR COLUMN – Resets column formatting</a:t>
            </a:r>
          </a:p>
          <a:p>
            <a:r>
              <a:t>• CLEAR BREAKS – Removes all breaks</a:t>
            </a:r>
          </a:p>
          <a:p>
            <a:r>
              <a:t>• CLEAR COMPUTES – Clears computations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</TotalTime>
  <Words>258</Words>
  <Application>Microsoft Macintosh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Median</vt:lpstr>
      <vt:lpstr>SQL*Plus Formatting Commands in Oracle</vt:lpstr>
      <vt:lpstr>Overview of SQL*Plus Formatting Commands</vt:lpstr>
      <vt:lpstr>SET Command Examples</vt:lpstr>
      <vt:lpstr>COLUMN Command Examples</vt:lpstr>
      <vt:lpstr>BREAK and COMPUTE</vt:lpstr>
      <vt:lpstr>TTITLE / BTITLE and SPOOL</vt:lpstr>
      <vt:lpstr>CLEAR Command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SQL*Plus Formatting Commands in Oracle</dc:title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2025-07-24T03:15:28Z</dcterms:modified>
  <cp:category/>
</cp:coreProperties>
</file>