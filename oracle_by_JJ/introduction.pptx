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BB5B3C7-944A-463A-B334-514489321C5C}" type="doc">
      <dgm:prSet loTypeId="urn:microsoft.com/office/officeart/2005/8/layout/target3" loCatId="relationship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283B6A5-E42E-41E0-ADBA-34C4C6272953}">
      <dgm:prSet/>
      <dgm:spPr/>
      <dgm:t>
        <a:bodyPr/>
        <a:lstStyle/>
        <a:p>
          <a:pPr algn="ctr" rtl="0"/>
          <a:r>
            <a:rPr lang="en-US" b="1" u="sng" baseline="0" dirty="0" smtClean="0"/>
            <a:t>Introduction</a:t>
          </a:r>
          <a:endParaRPr lang="en-US" b="1" u="sng" baseline="0" dirty="0"/>
        </a:p>
      </dgm:t>
    </dgm:pt>
    <dgm:pt modelId="{882C9DF6-C537-483D-A26A-5CFB572CAF7B}" type="parTrans" cxnId="{33889B6A-1FA5-44B0-89C6-481FA55257C7}">
      <dgm:prSet/>
      <dgm:spPr/>
      <dgm:t>
        <a:bodyPr/>
        <a:lstStyle/>
        <a:p>
          <a:pPr algn="ctr"/>
          <a:endParaRPr lang="en-US"/>
        </a:p>
      </dgm:t>
    </dgm:pt>
    <dgm:pt modelId="{1C5B4FBF-2BBB-4A0D-97DF-2D9CB67E2386}" type="sibTrans" cxnId="{33889B6A-1FA5-44B0-89C6-481FA55257C7}">
      <dgm:prSet/>
      <dgm:spPr/>
      <dgm:t>
        <a:bodyPr/>
        <a:lstStyle/>
        <a:p>
          <a:pPr algn="ctr"/>
          <a:endParaRPr lang="en-US"/>
        </a:p>
      </dgm:t>
    </dgm:pt>
    <dgm:pt modelId="{57BCAC87-649E-4A39-B01D-276837E7586A}" type="pres">
      <dgm:prSet presAssocID="{9BB5B3C7-944A-463A-B334-514489321C5C}" presName="Name0" presStyleCnt="0">
        <dgm:presLayoutVars>
          <dgm:chMax val="7"/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46EBA59-ED08-4D65-9F81-EE81A14B075F}" type="pres">
      <dgm:prSet presAssocID="{D283B6A5-E42E-41E0-ADBA-34C4C6272953}" presName="circle1" presStyleLbl="node1" presStyleIdx="0" presStyleCnt="1"/>
      <dgm:spPr/>
    </dgm:pt>
    <dgm:pt modelId="{C67E0B1C-0E2F-45E6-80C9-0B58ACF1778F}" type="pres">
      <dgm:prSet presAssocID="{D283B6A5-E42E-41E0-ADBA-34C4C6272953}" presName="space" presStyleCnt="0"/>
      <dgm:spPr/>
    </dgm:pt>
    <dgm:pt modelId="{76160E02-524F-43D1-99FA-15C9C149EC19}" type="pres">
      <dgm:prSet presAssocID="{D283B6A5-E42E-41E0-ADBA-34C4C6272953}" presName="rect1" presStyleLbl="alignAcc1" presStyleIdx="0" presStyleCnt="1"/>
      <dgm:spPr/>
      <dgm:t>
        <a:bodyPr/>
        <a:lstStyle/>
        <a:p>
          <a:endParaRPr lang="en-US"/>
        </a:p>
      </dgm:t>
    </dgm:pt>
    <dgm:pt modelId="{A2A81FC7-7B8B-4303-87BE-78A41ADE7505}" type="pres">
      <dgm:prSet presAssocID="{D283B6A5-E42E-41E0-ADBA-34C4C6272953}" presName="rect1ParTxNoCh" presStyleLbl="alignAcc1" presStyleIdx="0" presStyleCnt="1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ABB7691-110F-473C-B951-C83604E02C70}" type="presOf" srcId="{D283B6A5-E42E-41E0-ADBA-34C4C6272953}" destId="{76160E02-524F-43D1-99FA-15C9C149EC19}" srcOrd="0" destOrd="0" presId="urn:microsoft.com/office/officeart/2005/8/layout/target3"/>
    <dgm:cxn modelId="{354AECFB-D7C3-4AA9-9C2A-D336CDE88F58}" type="presOf" srcId="{D283B6A5-E42E-41E0-ADBA-34C4C6272953}" destId="{A2A81FC7-7B8B-4303-87BE-78A41ADE7505}" srcOrd="1" destOrd="0" presId="urn:microsoft.com/office/officeart/2005/8/layout/target3"/>
    <dgm:cxn modelId="{799D35BE-CC9E-42F9-B20B-B72F54A71310}" type="presOf" srcId="{9BB5B3C7-944A-463A-B334-514489321C5C}" destId="{57BCAC87-649E-4A39-B01D-276837E7586A}" srcOrd="0" destOrd="0" presId="urn:microsoft.com/office/officeart/2005/8/layout/target3"/>
    <dgm:cxn modelId="{33889B6A-1FA5-44B0-89C6-481FA55257C7}" srcId="{9BB5B3C7-944A-463A-B334-514489321C5C}" destId="{D283B6A5-E42E-41E0-ADBA-34C4C6272953}" srcOrd="0" destOrd="0" parTransId="{882C9DF6-C537-483D-A26A-5CFB572CAF7B}" sibTransId="{1C5B4FBF-2BBB-4A0D-97DF-2D9CB67E2386}"/>
    <dgm:cxn modelId="{F1D777B9-BFE1-4819-BA03-410B25E1733F}" type="presParOf" srcId="{57BCAC87-649E-4A39-B01D-276837E7586A}" destId="{246EBA59-ED08-4D65-9F81-EE81A14B075F}" srcOrd="0" destOrd="0" presId="urn:microsoft.com/office/officeart/2005/8/layout/target3"/>
    <dgm:cxn modelId="{3F00FC31-E65E-42B7-A25C-7258D400A248}" type="presParOf" srcId="{57BCAC87-649E-4A39-B01D-276837E7586A}" destId="{C67E0B1C-0E2F-45E6-80C9-0B58ACF1778F}" srcOrd="1" destOrd="0" presId="urn:microsoft.com/office/officeart/2005/8/layout/target3"/>
    <dgm:cxn modelId="{B98D4359-EAFB-4030-82D2-3A56991B77AD}" type="presParOf" srcId="{57BCAC87-649E-4A39-B01D-276837E7586A}" destId="{76160E02-524F-43D1-99FA-15C9C149EC19}" srcOrd="2" destOrd="0" presId="urn:microsoft.com/office/officeart/2005/8/layout/target3"/>
    <dgm:cxn modelId="{BB4676C7-E7D5-47C7-BAD3-112D0412B592}" type="presParOf" srcId="{57BCAC87-649E-4A39-B01D-276837E7586A}" destId="{A2A81FC7-7B8B-4303-87BE-78A41ADE7505}" srcOrd="3" destOrd="0" presId="urn:microsoft.com/office/officeart/2005/8/layout/target3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EB6C1593-BABB-4CBD-989F-FFBD9C2390A2}" type="datetimeFigureOut">
              <a:rPr lang="en-US" smtClean="0"/>
              <a:pPr/>
              <a:t>6/18/2023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9650D1C-48A2-437A-8FBB-40FFE0FE232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C1593-BABB-4CBD-989F-FFBD9C2390A2}" type="datetimeFigureOut">
              <a:rPr lang="en-US" smtClean="0"/>
              <a:pPr/>
              <a:t>6/18/2023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9650D1C-48A2-437A-8FBB-40FFE0FE232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C1593-BABB-4CBD-989F-FFBD9C2390A2}" type="datetimeFigureOut">
              <a:rPr lang="en-US" smtClean="0"/>
              <a:pPr/>
              <a:t>6/18/2023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B9650D1C-48A2-437A-8FBB-40FFE0FE232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EB6C1593-BABB-4CBD-989F-FFBD9C2390A2}" type="datetimeFigureOut">
              <a:rPr lang="en-US" smtClean="0"/>
              <a:pPr/>
              <a:t>6/18/2023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B9650D1C-48A2-437A-8FBB-40FFE0FE232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EB6C1593-BABB-4CBD-989F-FFBD9C2390A2}" type="datetimeFigureOut">
              <a:rPr lang="en-US" smtClean="0"/>
              <a:pPr/>
              <a:t>6/18/2023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B9650D1C-48A2-437A-8FBB-40FFE0FE232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C1593-BABB-4CBD-989F-FFBD9C2390A2}" type="datetimeFigureOut">
              <a:rPr lang="en-US" smtClean="0"/>
              <a:pPr/>
              <a:t>6/18/2023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9650D1C-48A2-437A-8FBB-40FFE0FE232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C1593-BABB-4CBD-989F-FFBD9C2390A2}" type="datetimeFigureOut">
              <a:rPr lang="en-US" smtClean="0"/>
              <a:pPr/>
              <a:t>6/18/2023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9650D1C-48A2-437A-8FBB-40FFE0FE232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C1593-BABB-4CBD-989F-FFBD9C2390A2}" type="datetimeFigureOut">
              <a:rPr lang="en-US" smtClean="0"/>
              <a:pPr/>
              <a:t>6/18/2023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9650D1C-48A2-437A-8FBB-40FFE0FE232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EB6C1593-BABB-4CBD-989F-FFBD9C2390A2}" type="datetimeFigureOut">
              <a:rPr lang="en-US" smtClean="0"/>
              <a:pPr/>
              <a:t>6/18/2023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B9650D1C-48A2-437A-8FBB-40FFE0FE232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C1593-BABB-4CBD-989F-FFBD9C2390A2}" type="datetimeFigureOut">
              <a:rPr lang="en-US" smtClean="0"/>
              <a:pPr/>
              <a:t>6/18/2023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50D1C-48A2-437A-8FBB-40FFE0FE232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EB6C1593-BABB-4CBD-989F-FFBD9C2390A2}" type="datetimeFigureOut">
              <a:rPr lang="en-US" smtClean="0"/>
              <a:pPr/>
              <a:t>6/18/2023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B9650D1C-48A2-437A-8FBB-40FFE0FE232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EB6C1593-BABB-4CBD-989F-FFBD9C2390A2}" type="datetimeFigureOut">
              <a:rPr lang="en-US" smtClean="0"/>
              <a:pPr/>
              <a:t>6/18/2023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B9650D1C-48A2-437A-8FBB-40FFE0FE232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/>
        </p:nvGraphicFramePr>
        <p:xfrm>
          <a:off x="685800" y="1752600"/>
          <a:ext cx="7162800" cy="2590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 smtClean="0"/>
              <a:t>Data and Database 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905000"/>
            <a:ext cx="8153400" cy="44958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b="1" dirty="0" smtClean="0"/>
              <a:t>What is data :</a:t>
            </a:r>
          </a:p>
          <a:p>
            <a:pPr lvl="1"/>
            <a:r>
              <a:rPr lang="en-US" dirty="0" smtClean="0"/>
              <a:t>A little </a:t>
            </a:r>
            <a:r>
              <a:rPr lang="en-US" dirty="0" err="1" smtClean="0"/>
              <a:t>infromation</a:t>
            </a:r>
            <a:r>
              <a:rPr lang="en-US" dirty="0" smtClean="0"/>
              <a:t> about anything is call </a:t>
            </a:r>
            <a:r>
              <a:rPr lang="en-US" b="1" dirty="0" smtClean="0"/>
              <a:t>Data</a:t>
            </a:r>
          </a:p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Your name</a:t>
            </a:r>
          </a:p>
          <a:p>
            <a:r>
              <a:rPr lang="en-US" b="1" dirty="0" smtClean="0"/>
              <a:t>What is Database :</a:t>
            </a:r>
          </a:p>
          <a:p>
            <a:pPr lvl="1"/>
            <a:r>
              <a:rPr lang="en-US" dirty="0" smtClean="0"/>
              <a:t>Collection of meaningful data is call </a:t>
            </a:r>
            <a:r>
              <a:rPr lang="en-US" b="1" dirty="0" smtClean="0"/>
              <a:t>Database</a:t>
            </a:r>
          </a:p>
          <a:p>
            <a:r>
              <a:rPr lang="en-US" dirty="0" smtClean="0"/>
              <a:t>Example :</a:t>
            </a:r>
          </a:p>
          <a:p>
            <a:pPr lvl="1"/>
            <a:r>
              <a:rPr lang="en-US" dirty="0" smtClean="0"/>
              <a:t>Telephone directory</a:t>
            </a:r>
          </a:p>
          <a:p>
            <a:pPr lvl="1"/>
            <a:r>
              <a:rPr lang="en-US" dirty="0" smtClean="0"/>
              <a:t>Your subject books</a:t>
            </a:r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 smtClean="0"/>
              <a:t>DBMS and RDBMS 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226552" cy="4724400"/>
          </a:xfr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r>
              <a:rPr lang="en-US" b="1" dirty="0" smtClean="0"/>
              <a:t>What is DBMS :</a:t>
            </a:r>
          </a:p>
          <a:p>
            <a:pPr lvl="1"/>
            <a:r>
              <a:rPr lang="en-US" dirty="0" smtClean="0"/>
              <a:t>DBMS stands for </a:t>
            </a:r>
            <a:r>
              <a:rPr lang="en-US" b="1" dirty="0" smtClean="0"/>
              <a:t>Database Management System.</a:t>
            </a:r>
          </a:p>
          <a:p>
            <a:pPr lvl="1"/>
            <a:r>
              <a:rPr lang="en-US" dirty="0" smtClean="0"/>
              <a:t>DBMS used to manage your data like insert, update, delete etc</a:t>
            </a:r>
          </a:p>
          <a:p>
            <a:r>
              <a:rPr lang="en-US" b="1" dirty="0" smtClean="0"/>
              <a:t>What is RDBMS :</a:t>
            </a:r>
          </a:p>
          <a:p>
            <a:pPr lvl="1"/>
            <a:r>
              <a:rPr lang="en-US" dirty="0" smtClean="0"/>
              <a:t>RDBMS stands for </a:t>
            </a:r>
            <a:r>
              <a:rPr lang="en-US" b="1" dirty="0" smtClean="0"/>
              <a:t>Relational Database Management System</a:t>
            </a:r>
          </a:p>
          <a:p>
            <a:pPr lvl="1"/>
            <a:r>
              <a:rPr lang="en-US" dirty="0" smtClean="0"/>
              <a:t>RDBMS use to manage your data in tabular format like your data store in particular table which have some fields and each fields have some </a:t>
            </a:r>
            <a:r>
              <a:rPr lang="en-US" dirty="0" smtClean="0"/>
              <a:t>data which can be retrieved</a:t>
            </a:r>
            <a:r>
              <a:rPr lang="en-US" dirty="0" smtClean="0"/>
              <a:t> using SQL(Structure Query Language).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98</TotalTime>
  <Words>112</Words>
  <Application>Microsoft Office PowerPoint</Application>
  <PresentationFormat>On-screen Show (4:3)</PresentationFormat>
  <Paragraphs>18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Median</vt:lpstr>
      <vt:lpstr>Slide 1</vt:lpstr>
      <vt:lpstr>Data and Database :</vt:lpstr>
      <vt:lpstr>DBMS and RDBMS :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jj</dc:creator>
  <cp:lastModifiedBy>jjsir</cp:lastModifiedBy>
  <cp:revision>28</cp:revision>
  <dcterms:created xsi:type="dcterms:W3CDTF">2021-06-20T05:50:08Z</dcterms:created>
  <dcterms:modified xsi:type="dcterms:W3CDTF">2023-06-18T07:12:57Z</dcterms:modified>
</cp:coreProperties>
</file>