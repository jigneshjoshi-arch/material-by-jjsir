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00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5915" y="1151906"/>
            <a:ext cx="6477000" cy="1828800"/>
          </a:xfrm>
        </p:spPr>
        <p:txBody>
          <a:bodyPr/>
          <a:lstStyle/>
          <a:p>
            <a:pPr algn="ctr"/>
            <a:r>
              <a:t>Dr. E. F. Codd's 12 Rules of RDBMS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Definition, Explanation,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1: Information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All information must be represented as values in tables.</a:t>
            </a:r>
          </a:p>
          <a:p>
            <a:endParaRPr/>
          </a:p>
          <a:p>
            <a:r>
              <a:t>Example:</a:t>
            </a:r>
          </a:p>
          <a:p>
            <a:r>
              <a:t>Employee details stored in rows and columns of a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2: Guaranteed Access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Each piece of data must be accessible using table name, primary key, and column name.</a:t>
            </a:r>
          </a:p>
          <a:p>
            <a:endParaRPr/>
          </a:p>
          <a:p>
            <a:r>
              <a:t>Example:</a:t>
            </a:r>
          </a:p>
          <a:p>
            <a:r>
              <a:t>SELECT salary FROM Employee WHERE emp_id=101;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Rule 3: Systematic Treatment of NULL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NULL values represent missing or inapplicable data.</a:t>
            </a:r>
          </a:p>
          <a:p>
            <a:endParaRPr/>
          </a:p>
          <a:p>
            <a:r>
              <a:t>Example:</a:t>
            </a:r>
          </a:p>
          <a:p>
            <a:r>
              <a:t>Employee without commission has commission=NULL.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4: Dynamic Online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Metadata should be stored in tables and accessible with SQL.</a:t>
            </a:r>
          </a:p>
          <a:p>
            <a:endParaRPr/>
          </a:p>
          <a:p>
            <a:r>
              <a:t>Example:</a:t>
            </a:r>
          </a:p>
          <a:p>
            <a:r>
              <a:t>Query USER_TABLES in Oracle to get table info.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Rule 5: Comprehensive Data Sublanguage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There must be a language supporting DDL, DML, and transaction control.</a:t>
            </a:r>
          </a:p>
          <a:p>
            <a:endParaRPr/>
          </a:p>
          <a:p>
            <a:r>
              <a:t>Example:</a:t>
            </a:r>
          </a:p>
          <a:p>
            <a:r>
              <a:t>SQL satisfies all these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6: View Updating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All theoretically updatable views must be updatable.</a:t>
            </a:r>
          </a:p>
          <a:p>
            <a:endParaRPr/>
          </a:p>
          <a:p>
            <a:r>
              <a:t>Example:</a:t>
            </a:r>
          </a:p>
          <a:p>
            <a:r>
              <a:t>A simple view based on a single table should allow UPDATE.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Rule 7: High-Level Insert, Update,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Operations should apply to sets of rows, not one at a time.</a:t>
            </a:r>
          </a:p>
          <a:p>
            <a:endParaRPr/>
          </a:p>
          <a:p>
            <a:r>
              <a:t>Example:</a:t>
            </a:r>
          </a:p>
          <a:p>
            <a:r>
              <a:t>UPDATE Employee SET salary=salary*1.1 WHERE dept='IT';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8: Physical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Changes in storage or access methods should not affect data.</a:t>
            </a:r>
          </a:p>
          <a:p>
            <a:endParaRPr/>
          </a:p>
          <a:p>
            <a:r>
              <a:t>Example:</a:t>
            </a:r>
          </a:p>
          <a:p>
            <a:r>
              <a:t>Reorganizing data files should not change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9: Logical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Changes in table structure should not affect applications.</a:t>
            </a:r>
          </a:p>
          <a:p>
            <a:endParaRPr/>
          </a:p>
          <a:p>
            <a:r>
              <a:t>Example:</a:t>
            </a:r>
          </a:p>
          <a:p>
            <a:r>
              <a:t>Adding a new column should not break existing programs.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10: Integrity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Integrity rules should be stored in the catalog, not in programs.</a:t>
            </a:r>
          </a:p>
          <a:p>
            <a:endParaRPr/>
          </a:p>
          <a:p>
            <a:r>
              <a:t>Example:</a:t>
            </a:r>
          </a:p>
          <a:p>
            <a:r>
              <a:t>Defining FOREIGN KEY constraints in 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11: Distribution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The system should work the same even if data is distributed.</a:t>
            </a:r>
          </a:p>
          <a:p>
            <a:endParaRPr/>
          </a:p>
          <a:p>
            <a:r>
              <a:t>Example:</a:t>
            </a:r>
          </a:p>
          <a:p>
            <a:r>
              <a:t>User should not know if data is local or remote.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12: Non-Subversion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No low-level operation should bypass integrity constraints.</a:t>
            </a:r>
          </a:p>
          <a:p>
            <a:endParaRPr/>
          </a:p>
          <a:p>
            <a:r>
              <a:t>Example:</a:t>
            </a:r>
          </a:p>
          <a:p>
            <a:r>
              <a:t>All updates must follow defined constraints even via APIs.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</TotalTime>
  <Words>357</Words>
  <Application>Microsoft Macintosh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Median</vt:lpstr>
      <vt:lpstr>Dr. E. F. Codd's 12 Rules of RDBMS</vt:lpstr>
      <vt:lpstr>Rule 1: Information Rule</vt:lpstr>
      <vt:lpstr>Rule 2: Guaranteed Access Rule</vt:lpstr>
      <vt:lpstr>Rule 3: Systematic Treatment of NULL Values</vt:lpstr>
      <vt:lpstr>Rule 4: Dynamic Online Catalog</vt:lpstr>
      <vt:lpstr>Rule 5: Comprehensive Data Sublanguage Rule</vt:lpstr>
      <vt:lpstr>Rule 6: View Updating Rule</vt:lpstr>
      <vt:lpstr>Rule 7: High-Level Insert, Update, Delete</vt:lpstr>
      <vt:lpstr>Rule 8: Physical Data Independence</vt:lpstr>
      <vt:lpstr>Rule 9: Logical Data Independence</vt:lpstr>
      <vt:lpstr>Rule 10: Integrity Independence</vt:lpstr>
      <vt:lpstr>Rule 11: Distribution Independence</vt:lpstr>
      <vt:lpstr>Rule 12: Non-Subversion Rule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E. F. Codd's 12 Rules of RDBMS</dc:title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2025-10-08T04:12:43Z</dcterms:modified>
  <cp:category/>
</cp:coreProperties>
</file>