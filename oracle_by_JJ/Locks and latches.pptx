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6" r:id="rId5"/>
    <p:sldId id="272" r:id="rId6"/>
    <p:sldId id="271" r:id="rId7"/>
    <p:sldId id="273" r:id="rId8"/>
    <p:sldId id="270" r:id="rId9"/>
    <p:sldId id="274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B83E0FB-096C-492E-8B3C-1F08BA025043}" type="datetimeFigureOut">
              <a:rPr lang="en-US" smtClean="0"/>
              <a:pPr/>
              <a:t>9/1/2023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DD19F8B-EF59-4578-AF72-AA7E73412A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514600"/>
            <a:ext cx="6477000" cy="990600"/>
          </a:xfrm>
        </p:spPr>
        <p:txBody>
          <a:bodyPr/>
          <a:lstStyle/>
          <a:p>
            <a:pPr algn="ctr"/>
            <a:r>
              <a:rPr lang="en-US" dirty="0" smtClean="0"/>
              <a:t>Locks and latches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locks?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In Oracle PL/SQL, a </a:t>
            </a:r>
            <a:r>
              <a:rPr lang="en-US" b="1" smtClean="0"/>
              <a:t>LOCK</a:t>
            </a:r>
            <a:r>
              <a:rPr lang="en-US" smtClean="0"/>
              <a:t> is a mechanism that prevents destructive interaction between two simultaneous transactions or sessions trying to access the same database object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Modes of Locking</a:t>
            </a:r>
            <a:endParaRPr lang="en-US" sz="3200" b="0" dirty="0"/>
          </a:p>
        </p:txBody>
      </p:sp>
      <p:sp>
        <p:nvSpPr>
          <p:cNvPr id="318546" name="Rectangle 82"/>
          <p:cNvSpPr>
            <a:spLocks noGrp="1" noChangeArrowheads="1"/>
          </p:cNvSpPr>
          <p:nvPr>
            <p:ph type="body" idx="1"/>
          </p:nvPr>
        </p:nvSpPr>
        <p:spPr>
          <a:xfrm>
            <a:off x="395288" y="1673225"/>
            <a:ext cx="8496300" cy="5184775"/>
          </a:xfrm>
        </p:spPr>
        <p:txBody>
          <a:bodyPr/>
          <a:lstStyle/>
          <a:p>
            <a:r>
              <a:rPr lang="en-US" b="1" dirty="0"/>
              <a:t>Exclusive lock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 The mode prevents the associates resource from being shared </a:t>
            </a:r>
          </a:p>
          <a:p>
            <a:r>
              <a:rPr lang="en-US" b="1" dirty="0"/>
              <a:t>Share lock</a:t>
            </a:r>
            <a:r>
              <a:rPr lang="en-US" dirty="0"/>
              <a:t> </a:t>
            </a:r>
          </a:p>
          <a:p>
            <a:pPr>
              <a:buFontTx/>
              <a:buNone/>
            </a:pPr>
            <a:r>
              <a:rPr lang="en-US" dirty="0"/>
              <a:t>The mode allows the associated resource to be shared, depending on the operations involved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Locking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Lost Updates</a:t>
            </a:r>
          </a:p>
          <a:p>
            <a:r>
              <a:rPr lang="en-US" dirty="0" smtClean="0"/>
              <a:t>o Pessimistic Locking</a:t>
            </a:r>
          </a:p>
          <a:p>
            <a:r>
              <a:rPr lang="en-US" dirty="0" smtClean="0"/>
              <a:t>o Optimistic Locking</a:t>
            </a:r>
          </a:p>
          <a:p>
            <a:r>
              <a:rPr lang="en-US" dirty="0" smtClean="0"/>
              <a:t>o Blocking</a:t>
            </a:r>
          </a:p>
          <a:p>
            <a:r>
              <a:rPr lang="en-US" dirty="0" smtClean="0"/>
              <a:t>o Deadlocks</a:t>
            </a:r>
          </a:p>
          <a:p>
            <a:r>
              <a:rPr lang="en-US" dirty="0" smtClean="0"/>
              <a:t>o Lock Escalation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Lost Updates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lost update problem occurs due to the update of the same record by two different transactions at the same time. </a:t>
            </a:r>
          </a:p>
          <a:p>
            <a:r>
              <a:rPr lang="en-US" dirty="0" smtClean="0"/>
              <a:t>In simple words, when two transactions are updating the same record at the same time in a DBMS then a lost update problem occurs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Optimistic and Pessimistic 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Optimistic </a:t>
            </a:r>
            <a:r>
              <a:rPr lang="en-US" b="1" dirty="0" smtClean="0"/>
              <a:t>locking</a:t>
            </a:r>
            <a:r>
              <a:rPr lang="en-US" dirty="0" smtClean="0"/>
              <a:t> is when you check if the record was updated by someone else before you commit the transaction. </a:t>
            </a:r>
          </a:p>
          <a:p>
            <a:endParaRPr lang="en-US" dirty="0" smtClean="0"/>
          </a:p>
          <a:p>
            <a:r>
              <a:rPr lang="en-US" b="1" dirty="0" smtClean="0"/>
              <a:t>Pessimistic locking</a:t>
            </a:r>
            <a:r>
              <a:rPr lang="en-US" dirty="0" smtClean="0"/>
              <a:t> is when you take an exclusive </a:t>
            </a:r>
            <a:r>
              <a:rPr lang="en-US" b="1" dirty="0" smtClean="0"/>
              <a:t>lock</a:t>
            </a:r>
            <a:r>
              <a:rPr lang="en-US" dirty="0" smtClean="0"/>
              <a:t> so that no one else can start modifying the record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Blocking issue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Blocking issues in Oracle occur when a session holds an exclusive lock on an object and doesn't release it before another session wants to update the same data. 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blocks the second session until the first session has done its work.</a:t>
            </a:r>
          </a:p>
          <a:p>
            <a:r>
              <a:rPr lang="en-US" dirty="0" smtClean="0"/>
              <a:t>Blocking locks can happen when a session issues an insert, update, or delete command that changes a row. 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 smtClean="0"/>
              <a:t>the change occurs, the row is locked until the session either commits the change or rolls the change back.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Deadlocks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deadlock occurs when two or more sessions are waiting for data locked by each other, resulting in all the sessions being blocked. </a:t>
            </a:r>
          </a:p>
          <a:p>
            <a:endParaRPr lang="en-US" dirty="0" smtClean="0"/>
          </a:p>
          <a:p>
            <a:r>
              <a:rPr lang="en-US" dirty="0" smtClean="0"/>
              <a:t>Oracle automatically detects and resolves deadlocks by rolling back the statement associated with the transaction that detects the deadlock.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Lock </a:t>
            </a:r>
            <a:r>
              <a:rPr lang="en-US" dirty="0" smtClean="0"/>
              <a:t>escalation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Lock </a:t>
            </a:r>
            <a:r>
              <a:rPr lang="en-US" dirty="0" smtClean="0"/>
              <a:t>escalation is a process that databases use to reduce the number of locks they hold. 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occurs when a database raises the locks to a higher level </a:t>
            </a:r>
            <a:r>
              <a:rPr lang="en-US" dirty="0" smtClean="0"/>
              <a:t>on table</a:t>
            </a:r>
            <a:r>
              <a:rPr lang="en-US" dirty="0" smtClean="0"/>
              <a:t>. 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 smtClean="0"/>
              <a:t>example, if a single user locks many rows in a table, some databases automatically escalate the user's row locks to a single table.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Types of Locks</a:t>
            </a:r>
            <a:endParaRPr lang="en-US" sz="3200" b="0"/>
          </a:p>
        </p:txBody>
      </p:sp>
      <p:graphicFrame>
        <p:nvGraphicFramePr>
          <p:cNvPr id="321566" name="Group 30"/>
          <p:cNvGraphicFramePr>
            <a:graphicFrameLocks noGrp="1"/>
          </p:cNvGraphicFramePr>
          <p:nvPr>
            <p:ph idx="1"/>
          </p:nvPr>
        </p:nvGraphicFramePr>
        <p:xfrm>
          <a:off x="468313" y="1412875"/>
          <a:ext cx="8280400" cy="5013897"/>
        </p:xfrm>
        <a:graphic>
          <a:graphicData uri="http://schemas.openxmlformats.org/drawingml/2006/table">
            <a:tbl>
              <a:tblPr/>
              <a:tblGrid>
                <a:gridCol w="4103687"/>
                <a:gridCol w="4176713"/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Lock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DML locks</a:t>
                      </a:r>
                      <a:r>
                        <a:rPr kumimoji="1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 (data locks)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DML locks protect data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For example, table locks lock entire tables, rowlocks lock selected rows.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69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DDL locks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 (dictionary</a:t>
                      </a:r>
                      <a:r>
                        <a:rPr kumimoji="1" lang="bg-BG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 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locks)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DDL locks protect the structure of schema objects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Internal locks</a:t>
                      </a:r>
                      <a:r>
                        <a:rPr kumimoji="1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 and latches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Internal locks and latches protect internal database structures such as </a:t>
                      </a:r>
                      <a:r>
                        <a:rPr kumimoji="1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datafiles</a:t>
                      </a:r>
                      <a:r>
                        <a:rPr kumimoji="1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78</TotalTime>
  <Words>225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Median</vt:lpstr>
      <vt:lpstr>Locks and latches</vt:lpstr>
      <vt:lpstr>What is locks?</vt:lpstr>
      <vt:lpstr>Modes of Locking</vt:lpstr>
      <vt:lpstr>Locking Issues</vt:lpstr>
      <vt:lpstr>Lost Updates :</vt:lpstr>
      <vt:lpstr>Optimistic and Pessimistic lock</vt:lpstr>
      <vt:lpstr>Blocking issue</vt:lpstr>
      <vt:lpstr>Deadlocks</vt:lpstr>
      <vt:lpstr>Lock escalation :</vt:lpstr>
      <vt:lpstr>Types of Locks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Locks and latches</dc:title>
  <dc:creator>PC</dc:creator>
  <cp:lastModifiedBy>PC</cp:lastModifiedBy>
  <cp:revision>14</cp:revision>
  <dcterms:created xsi:type="dcterms:W3CDTF">2019-09-18T03:05:07Z</dcterms:created>
  <dcterms:modified xsi:type="dcterms:W3CDTF">2023-09-01T03:18:45Z</dcterms:modified>
</cp:coreProperties>
</file>