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57CB21-7D39-4CF1-86B2-86EB21ECFF2D}" type="datetimeFigureOut">
              <a:rPr lang="en-US" smtClean="0"/>
              <a:pPr/>
              <a:t>9/25/2023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F24FC20-5908-4D67-96B6-5EEBAC127D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676400"/>
            <a:ext cx="6477000" cy="1828800"/>
          </a:xfrm>
        </p:spPr>
        <p:txBody>
          <a:bodyPr/>
          <a:lstStyle/>
          <a:p>
            <a:pPr algn="ctr"/>
            <a:r>
              <a:rPr lang="en-US" dirty="0" err="1" smtClean="0"/>
              <a:t>Sql</a:t>
            </a:r>
            <a:r>
              <a:rPr lang="en-US" dirty="0" smtClean="0"/>
              <a:t> * loader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sql</a:t>
            </a:r>
            <a:r>
              <a:rPr lang="en-US" dirty="0" smtClean="0"/>
              <a:t> </a:t>
            </a:r>
            <a:r>
              <a:rPr lang="en-US" dirty="0" err="1" smtClean="0"/>
              <a:t>loder</a:t>
            </a:r>
            <a:r>
              <a:rPr lang="en-US" dirty="0" smtClean="0"/>
              <a:t> do ?</a:t>
            </a:r>
          </a:p>
          <a:p>
            <a:r>
              <a:rPr lang="en-US" b="1" dirty="0" smtClean="0"/>
              <a:t>SQL LOADER</a:t>
            </a:r>
            <a:r>
              <a:rPr lang="en-US" dirty="0" smtClean="0"/>
              <a:t> utility is used to load data from other data source into Oracle. </a:t>
            </a:r>
          </a:p>
          <a:p>
            <a:r>
              <a:rPr lang="en-US" dirty="0" smtClean="0"/>
              <a:t>For example, if you have a table in FOXPRO, ACCESS or SYBASE or any other third party database, you can use </a:t>
            </a:r>
            <a:r>
              <a:rPr lang="en-US" b="1" dirty="0" smtClean="0"/>
              <a:t>SQL Loader</a:t>
            </a:r>
            <a:r>
              <a:rPr lang="en-US" dirty="0" smtClean="0"/>
              <a:t> to load the data into Oracle Tables.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SQL*Loader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Load data across a network. This means that you can run the SQL*Loader client on a different system from the one that is running the SQL*Loader server.</a:t>
            </a:r>
          </a:p>
          <a:p>
            <a:endParaRPr lang="en-US" dirty="0" smtClean="0"/>
          </a:p>
          <a:p>
            <a:r>
              <a:rPr lang="en-US" dirty="0" smtClean="0"/>
              <a:t>Load data from multiple </a:t>
            </a:r>
            <a:r>
              <a:rPr lang="en-US" dirty="0" err="1" smtClean="0"/>
              <a:t>datafiles</a:t>
            </a:r>
            <a:r>
              <a:rPr lang="en-US" dirty="0" smtClean="0"/>
              <a:t> during the same load session.</a:t>
            </a:r>
          </a:p>
          <a:p>
            <a:endParaRPr lang="en-US" dirty="0" smtClean="0"/>
          </a:p>
          <a:p>
            <a:r>
              <a:rPr lang="en-US" dirty="0" smtClean="0"/>
              <a:t>Load data into multiple tables during the same load session.</a:t>
            </a:r>
          </a:p>
          <a:p>
            <a:endParaRPr lang="en-US" dirty="0" smtClean="0"/>
          </a:p>
          <a:p>
            <a:r>
              <a:rPr lang="en-US" dirty="0" smtClean="0"/>
              <a:t>Specify the character set of the data.</a:t>
            </a:r>
          </a:p>
          <a:p>
            <a:endParaRPr lang="en-US" dirty="0" smtClean="0"/>
          </a:p>
          <a:p>
            <a:r>
              <a:rPr lang="en-US" dirty="0" smtClean="0"/>
              <a:t>Selectively load data (you can load records based on the records' values).</a:t>
            </a:r>
          </a:p>
          <a:p>
            <a:endParaRPr lang="en-US" dirty="0" smtClean="0"/>
          </a:p>
          <a:p>
            <a:r>
              <a:rPr lang="en-US" dirty="0" smtClean="0"/>
              <a:t>Manipulate the data before loading it, using SQL functions.</a:t>
            </a:r>
          </a:p>
          <a:p>
            <a:endParaRPr lang="en-US" dirty="0" smtClean="0"/>
          </a:p>
          <a:p>
            <a:r>
              <a:rPr lang="en-US" dirty="0" smtClean="0"/>
              <a:t>Generate unique sequential key values in specified columns.</a:t>
            </a:r>
          </a:p>
          <a:p>
            <a:endParaRPr lang="en-US" dirty="0" smtClean="0"/>
          </a:p>
          <a:p>
            <a:r>
              <a:rPr lang="en-US" dirty="0" smtClean="0"/>
              <a:t>Load data </a:t>
            </a:r>
            <a:r>
              <a:rPr lang="en-US" smtClean="0"/>
              <a:t>from disk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22</TotalTime>
  <Words>111</Words>
  <Application>Microsoft Office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Sql * loader</vt:lpstr>
      <vt:lpstr>Slide 2</vt:lpstr>
      <vt:lpstr>SQL*Loader Features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* loader</dc:title>
  <dc:creator>jj</dc:creator>
  <cp:lastModifiedBy>PC</cp:lastModifiedBy>
  <cp:revision>1</cp:revision>
  <dcterms:created xsi:type="dcterms:W3CDTF">2020-09-29T03:34:01Z</dcterms:created>
  <dcterms:modified xsi:type="dcterms:W3CDTF">2023-09-25T08:53:01Z</dcterms:modified>
</cp:coreProperties>
</file>