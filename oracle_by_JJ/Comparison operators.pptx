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6C8657-98EB-46F2-BA41-BB94BE175489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3002A8-9CDC-4EC5-9DBA-7516CFB881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71600"/>
            <a:ext cx="6477000" cy="1828800"/>
          </a:xfrm>
        </p:spPr>
        <p:txBody>
          <a:bodyPr/>
          <a:lstStyle/>
          <a:p>
            <a:r>
              <a:rPr lang="en-US" dirty="0" smtClean="0"/>
              <a:t>Special</a:t>
            </a:r>
            <a:r>
              <a:rPr lang="en-US" dirty="0" smtClean="0"/>
              <a:t> </a:t>
            </a:r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en-US" dirty="0" smtClean="0"/>
          </a:p>
          <a:p>
            <a:pPr lvl="1"/>
            <a:r>
              <a:rPr lang="en-US" dirty="0" smtClean="0"/>
              <a:t>IN</a:t>
            </a:r>
            <a:r>
              <a:rPr lang="en-US" dirty="0" smtClean="0"/>
              <a:t>, </a:t>
            </a:r>
            <a:endParaRPr lang="en-US" dirty="0" smtClean="0"/>
          </a:p>
          <a:p>
            <a:pPr lvl="1"/>
            <a:r>
              <a:rPr lang="en-US" dirty="0" smtClean="0"/>
              <a:t>ANY</a:t>
            </a:r>
            <a:r>
              <a:rPr lang="en-US" dirty="0" smtClean="0"/>
              <a:t>, </a:t>
            </a:r>
            <a:endParaRPr lang="en-US" dirty="0" smtClean="0"/>
          </a:p>
          <a:p>
            <a:pPr lvl="1"/>
            <a:r>
              <a:rPr lang="en-US" dirty="0" smtClean="0"/>
              <a:t>ALL</a:t>
            </a:r>
            <a:r>
              <a:rPr lang="en-US" dirty="0" smtClean="0"/>
              <a:t>, </a:t>
            </a:r>
            <a:endParaRPr lang="en-US" dirty="0" smtClean="0"/>
          </a:p>
          <a:p>
            <a:pPr lvl="1"/>
            <a:r>
              <a:rPr lang="en-US" dirty="0" smtClean="0"/>
              <a:t>BETWEEN</a:t>
            </a:r>
            <a:r>
              <a:rPr lang="en-US" dirty="0" smtClean="0"/>
              <a:t>, </a:t>
            </a:r>
            <a:endParaRPr lang="en-US" dirty="0" smtClean="0"/>
          </a:p>
          <a:p>
            <a:pPr lvl="1"/>
            <a:r>
              <a:rPr lang="en-US" dirty="0" smtClean="0"/>
              <a:t>EXISTS</a:t>
            </a:r>
            <a:r>
              <a:rPr lang="en-US" dirty="0" smtClean="0"/>
              <a:t>, </a:t>
            </a:r>
            <a:endParaRPr lang="en-US" dirty="0" smtClean="0"/>
          </a:p>
          <a:p>
            <a:pPr lvl="1"/>
            <a:r>
              <a:rPr lang="en-US" dirty="0" smtClean="0"/>
              <a:t>LIKE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IN operator is used when you want to compare a column with more than one value. It is similar to an OR condition.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 err="1" smtClean="0"/>
              <a:t>deptno</a:t>
            </a:r>
            <a:r>
              <a:rPr lang="en-US" dirty="0" smtClean="0"/>
              <a:t> in(10,20);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and ALL Operators: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ANY</a:t>
            </a:r>
            <a:r>
              <a:rPr lang="en-US" dirty="0" smtClean="0"/>
              <a:t>: The ANY operator is used to compare a value to a set of values.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returns TRUE if the comparison is true for at least one of the values in the 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SELECT </a:t>
            </a:r>
            <a:r>
              <a:rPr lang="en-US" dirty="0" smtClean="0"/>
              <a:t>* FROM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WHERE </a:t>
            </a:r>
            <a:r>
              <a:rPr lang="en-US" dirty="0" err="1" smtClean="0"/>
              <a:t>deptno</a:t>
            </a:r>
            <a:r>
              <a:rPr lang="en-US" dirty="0" smtClean="0"/>
              <a:t> = ANY (10, 30);</a:t>
            </a:r>
          </a:p>
          <a:p>
            <a:endParaRPr lang="en-US" dirty="0" smtClean="0"/>
          </a:p>
          <a:p>
            <a:r>
              <a:rPr lang="en-US" b="1" dirty="0" smtClean="0"/>
              <a:t>ALL</a:t>
            </a:r>
            <a:r>
              <a:rPr lang="en-US" dirty="0" smtClean="0"/>
              <a:t>: The ALL operator is used to compare a value to a set of values.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returns TRUE if the comparison is true for all of the values in the set.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Between…And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operator BETWEEN and </a:t>
            </a:r>
            <a:r>
              <a:rPr lang="en-US" dirty="0" err="1" smtClean="0"/>
              <a:t>AND</a:t>
            </a:r>
            <a:r>
              <a:rPr lang="en-US" dirty="0" smtClean="0"/>
              <a:t>, are used to compare data for a range of values.</a:t>
            </a:r>
          </a:p>
          <a:p>
            <a:r>
              <a:rPr lang="en-US" dirty="0" smtClean="0"/>
              <a:t>This operator also known as range operator.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 err="1" smtClean="0"/>
              <a:t>sal</a:t>
            </a:r>
            <a:r>
              <a:rPr lang="en-US" dirty="0" smtClean="0"/>
              <a:t> between 800 and 1500;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EXISTS Operator: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EXISTS operator tests for the existence of any rows in a </a:t>
            </a:r>
            <a:r>
              <a:rPr lang="en-US" dirty="0" err="1" smtClean="0"/>
              <a:t>subquery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returns TRUE if the </a:t>
            </a:r>
            <a:r>
              <a:rPr lang="en-US" dirty="0" err="1" smtClean="0"/>
              <a:t>subquery</a:t>
            </a:r>
            <a:r>
              <a:rPr lang="en-US" dirty="0" smtClean="0"/>
              <a:t> returns at least one row.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Like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operator is known as Pattern Matching operator</a:t>
            </a:r>
          </a:p>
          <a:p>
            <a:endParaRPr lang="en-US" dirty="0" smtClean="0"/>
          </a:p>
          <a:p>
            <a:r>
              <a:rPr lang="en-US" dirty="0" smtClean="0"/>
              <a:t>The LIKE operator is used to list all rows in a table whose column values match a specified pattern. </a:t>
            </a:r>
          </a:p>
          <a:p>
            <a:endParaRPr lang="en-US" dirty="0" smtClean="0"/>
          </a:p>
          <a:p>
            <a:r>
              <a:rPr lang="en-US" dirty="0" smtClean="0"/>
              <a:t>It is useful when you want to search rows to match a specific pattern, or when you do not know the entire value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How to use like operator</a:t>
            </a:r>
          </a:p>
          <a:p>
            <a:r>
              <a:rPr lang="en-US" dirty="0" smtClean="0"/>
              <a:t>You can search by following</a:t>
            </a:r>
          </a:p>
          <a:p>
            <a:endParaRPr lang="en-US" dirty="0" smtClean="0"/>
          </a:p>
          <a:p>
            <a:r>
              <a:rPr lang="en-US" dirty="0" smtClean="0"/>
              <a:t>__ this is use when you know some letters of specified search</a:t>
            </a:r>
          </a:p>
          <a:p>
            <a:pPr lvl="1"/>
            <a:r>
              <a:rPr lang="en-US" dirty="0" smtClean="0"/>
              <a:t>SELECT *FROM EMP</a:t>
            </a:r>
          </a:p>
          <a:p>
            <a:pPr lvl="1"/>
            <a:r>
              <a:rPr lang="en-US" dirty="0" smtClean="0"/>
              <a:t>WHERE ENAME LIKE 'SM_TH‘;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% this is use when you know some letters and rest of anything </a:t>
            </a:r>
          </a:p>
          <a:p>
            <a:pPr lvl="1"/>
            <a:r>
              <a:rPr lang="en-US" dirty="0" smtClean="0"/>
              <a:t>SELECT *FROM EMP</a:t>
            </a:r>
          </a:p>
          <a:p>
            <a:pPr lvl="1"/>
            <a:r>
              <a:rPr lang="en-US" dirty="0" smtClean="0"/>
              <a:t>WHERE ENAME LIKE 'S%';</a:t>
            </a:r>
          </a:p>
          <a:p>
            <a:endParaRPr lang="en-US" dirty="0" smtClean="0"/>
          </a:p>
          <a:p>
            <a:r>
              <a:rPr lang="en-US" dirty="0" smtClean="0"/>
              <a:t>%search% this is use when you search your character anywhere</a:t>
            </a:r>
          </a:p>
          <a:p>
            <a:pPr lvl="1"/>
            <a:r>
              <a:rPr lang="en-US" dirty="0" smtClean="0"/>
              <a:t>SELECT *FROM EMP</a:t>
            </a:r>
          </a:p>
          <a:p>
            <a:pPr lvl="1"/>
            <a:r>
              <a:rPr lang="en-US" dirty="0" smtClean="0"/>
              <a:t>WHERE ENAME LIKE ‘%S%’;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69</TotalTime>
  <Words>338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Special operators</vt:lpstr>
      <vt:lpstr>Special operators</vt:lpstr>
      <vt:lpstr>IN operator</vt:lpstr>
      <vt:lpstr>ANY and ALL Operators:</vt:lpstr>
      <vt:lpstr>Between…And operator</vt:lpstr>
      <vt:lpstr>EXISTS Operator:</vt:lpstr>
      <vt:lpstr>Like operator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operators</dc:title>
  <dc:creator>jj</dc:creator>
  <cp:lastModifiedBy>PC</cp:lastModifiedBy>
  <cp:revision>17</cp:revision>
  <dcterms:created xsi:type="dcterms:W3CDTF">2017-06-29T15:20:43Z</dcterms:created>
  <dcterms:modified xsi:type="dcterms:W3CDTF">2024-07-12T06:47:52Z</dcterms:modified>
</cp:coreProperties>
</file>