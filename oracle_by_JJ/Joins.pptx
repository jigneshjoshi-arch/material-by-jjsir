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0A07FD0-684A-44A7-AA40-01CF913F7C8B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8789F82-CFC9-450E-9CAD-776035097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24000"/>
            <a:ext cx="6477000" cy="1828800"/>
          </a:xfrm>
        </p:spPr>
        <p:txBody>
          <a:bodyPr>
            <a:normAutofit/>
          </a:bodyPr>
          <a:lstStyle/>
          <a:p>
            <a:pPr algn="ctr"/>
            <a:r>
              <a:rPr lang="en-US" sz="7200" dirty="0" smtClean="0"/>
              <a:t>Joins 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SQL JOIN</a:t>
            </a:r>
          </a:p>
          <a:p>
            <a:r>
              <a:rPr lang="en-US" dirty="0" smtClean="0"/>
              <a:t>A JOIN clause is used to combine rows from two or more tables, based on a related column between them.</a:t>
            </a:r>
          </a:p>
          <a:p>
            <a:r>
              <a:rPr lang="en-US" dirty="0" smtClean="0"/>
              <a:t>Different Types of SQL JOINs</a:t>
            </a:r>
          </a:p>
          <a:p>
            <a:r>
              <a:rPr lang="en-US" dirty="0" smtClean="0"/>
              <a:t>Inner Join</a:t>
            </a:r>
          </a:p>
          <a:p>
            <a:r>
              <a:rPr lang="en-US" dirty="0" smtClean="0"/>
              <a:t>Outer Join</a:t>
            </a:r>
          </a:p>
          <a:p>
            <a:pPr lvl="1"/>
            <a:r>
              <a:rPr lang="en-US" dirty="0" smtClean="0"/>
              <a:t>Left outer Join</a:t>
            </a:r>
          </a:p>
          <a:p>
            <a:pPr lvl="1"/>
            <a:r>
              <a:rPr lang="en-US" dirty="0" smtClean="0"/>
              <a:t>Right outer Join</a:t>
            </a:r>
          </a:p>
          <a:p>
            <a:pPr lvl="1"/>
            <a:r>
              <a:rPr lang="en-US" dirty="0" smtClean="0"/>
              <a:t>Full outer Join</a:t>
            </a:r>
          </a:p>
          <a:p>
            <a:r>
              <a:rPr lang="en-US" dirty="0" smtClean="0"/>
              <a:t>Self Join</a:t>
            </a:r>
          </a:p>
          <a:p>
            <a:r>
              <a:rPr lang="en-US" dirty="0" smtClean="0"/>
              <a:t>Cross Join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Inner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SQL INNER JOIN Keyword</a:t>
            </a:r>
          </a:p>
          <a:p>
            <a:endParaRPr lang="en-US" dirty="0" smtClean="0"/>
          </a:p>
          <a:p>
            <a:r>
              <a:rPr lang="en-US" dirty="0" smtClean="0"/>
              <a:t>The INNER JOIN keyword selects records that have matching values in both tables.</a:t>
            </a:r>
          </a:p>
          <a:p>
            <a:r>
              <a:rPr lang="en-US" dirty="0" smtClean="0"/>
              <a:t>This join is also known as </a:t>
            </a:r>
            <a:r>
              <a:rPr lang="en-US" dirty="0" err="1" smtClean="0"/>
              <a:t>equi</a:t>
            </a:r>
            <a:r>
              <a:rPr lang="en-US" dirty="0" smtClean="0"/>
              <a:t> join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SQL INNER JO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267200"/>
            <a:ext cx="2590800" cy="18783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Outer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SQL LEFT JOIN Keyword</a:t>
            </a:r>
          </a:p>
          <a:p>
            <a:endParaRPr lang="en-US" dirty="0" smtClean="0"/>
          </a:p>
          <a:p>
            <a:r>
              <a:rPr lang="en-US" dirty="0" smtClean="0"/>
              <a:t>The LEFT JOIN keyword returns all records from the left table (table1), and the matched records from the right table (table2). </a:t>
            </a:r>
          </a:p>
          <a:p>
            <a:endParaRPr lang="en-US" dirty="0"/>
          </a:p>
        </p:txBody>
      </p:sp>
      <p:pic>
        <p:nvPicPr>
          <p:cNvPr id="16386" name="Picture 2" descr="SQL LEFT JO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4419600"/>
            <a:ext cx="2514600" cy="18230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SQL RIGHT JOIN Keyword</a:t>
            </a:r>
          </a:p>
          <a:p>
            <a:endParaRPr lang="en-US" dirty="0" smtClean="0"/>
          </a:p>
          <a:p>
            <a:r>
              <a:rPr lang="en-US" dirty="0" smtClean="0"/>
              <a:t>The RIGHT JOIN keyword returns all records from the right table (table2), and the matched records from the left table (table1).</a:t>
            </a:r>
          </a:p>
          <a:p>
            <a:endParaRPr lang="en-US" dirty="0"/>
          </a:p>
        </p:txBody>
      </p:sp>
      <p:pic>
        <p:nvPicPr>
          <p:cNvPr id="18434" name="Picture 2" descr="SQL RIGHT JO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419600"/>
            <a:ext cx="2514600" cy="18230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outer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SQL FULL OUTER JOIN Keyword</a:t>
            </a:r>
          </a:p>
          <a:p>
            <a:endParaRPr lang="en-US" dirty="0" smtClean="0"/>
          </a:p>
          <a:p>
            <a:r>
              <a:rPr lang="en-US" dirty="0" smtClean="0"/>
              <a:t>The FULL OUTER JOIN keyword return all records when there is a match in either left (table1) or right (table2) table records.</a:t>
            </a:r>
          </a:p>
          <a:p>
            <a:endParaRPr lang="en-US" dirty="0"/>
          </a:p>
        </p:txBody>
      </p:sp>
      <p:pic>
        <p:nvPicPr>
          <p:cNvPr id="19458" name="Picture 2" descr="SQL FULL OUTER JO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4191000"/>
            <a:ext cx="2667000" cy="19335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Self join and cross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SQL Self JOIN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A self JOIN is a regular join, but the table is joined with itself.</a:t>
            </a:r>
          </a:p>
          <a:p>
            <a:endParaRPr lang="en-US" dirty="0" smtClean="0"/>
          </a:p>
          <a:p>
            <a:r>
              <a:rPr lang="en-US" dirty="0" smtClean="0"/>
              <a:t>Cross join</a:t>
            </a:r>
          </a:p>
          <a:p>
            <a:pPr lvl="1"/>
            <a:r>
              <a:rPr lang="en-US" dirty="0" smtClean="0"/>
              <a:t>In this join there is no condition given so records multiply by each other table </a:t>
            </a:r>
          </a:p>
          <a:p>
            <a:pPr lvl="1"/>
            <a:r>
              <a:rPr lang="en-US" dirty="0" smtClean="0"/>
              <a:t>Like if one table have 3 records and other table have 4 and we apply cross join than result will be 12 rows display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Sql cross join synta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0275" y="2009774"/>
            <a:ext cx="4657725" cy="34766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</TotalTime>
  <Words>235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Joins </vt:lpstr>
      <vt:lpstr>Slide 2</vt:lpstr>
      <vt:lpstr>Inner Join</vt:lpstr>
      <vt:lpstr>Outer Join</vt:lpstr>
      <vt:lpstr>Slide 5</vt:lpstr>
      <vt:lpstr>Full outer join</vt:lpstr>
      <vt:lpstr>Self join and cross join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Joins </dc:title>
  <dc:creator>PC</dc:creator>
  <cp:lastModifiedBy>jj</cp:lastModifiedBy>
  <cp:revision>13</cp:revision>
  <dcterms:created xsi:type="dcterms:W3CDTF">2017-07-06T02:52:28Z</dcterms:created>
  <dcterms:modified xsi:type="dcterms:W3CDTF">2018-07-10T13:51:39Z</dcterms:modified>
</cp:coreProperties>
</file>