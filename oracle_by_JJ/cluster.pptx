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6" r:id="rId8"/>
    <p:sldId id="265" r:id="rId9"/>
    <p:sldId id="267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666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0A58947-C74C-4CE2-B67C-963F5D84FFD7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BC3E02D-2658-47CB-94D1-EB2444A288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9710" y="2243142"/>
            <a:ext cx="6477000" cy="182880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>SQL Clusters</a:t>
            </a:r>
            <a:br>
              <a:rPr lang="en-US" sz="6000" b="1" dirty="0" smtClean="0"/>
            </a:b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-US" dirty="0" smtClean="0"/>
              <a:t>Clusters in SQL are used to store data that is from different tables in the same physical data blocks. </a:t>
            </a:r>
          </a:p>
          <a:p>
            <a:pPr fontAlgn="base"/>
            <a:r>
              <a:rPr lang="en-US" dirty="0" smtClean="0"/>
              <a:t>They are used if records from those tables are frequently queried together. </a:t>
            </a:r>
          </a:p>
          <a:p>
            <a:pPr fontAlgn="base"/>
            <a:r>
              <a:rPr lang="en-US" dirty="0" smtClean="0"/>
              <a:t>By storing same data blocks, the number of database block reads needed to full fill such queries decreases which improves performance.</a:t>
            </a:r>
          </a:p>
          <a:p>
            <a:pPr fontAlgn="base"/>
            <a:r>
              <a:rPr lang="en-US" dirty="0" smtClean="0"/>
              <a:t>Each cluster stores tables data and maintains a clustered index to sort data.</a:t>
            </a:r>
          </a:p>
          <a:p>
            <a:pPr fontAlgn="base"/>
            <a:r>
              <a:rPr lang="en-US" dirty="0" smtClean="0"/>
              <a:t>Columns within the cluster index are called clustered keys. These determine the physical placement of rows within the cluster.</a:t>
            </a:r>
          </a:p>
          <a:p>
            <a:pPr fontAlgn="base"/>
            <a:r>
              <a:rPr lang="en-US" dirty="0" smtClean="0"/>
              <a:t>Cluster key is usually a foreign key of one table that references the primary key of another table in cluster</a:t>
            </a:r>
            <a:r>
              <a:rPr lang="en-US" dirty="0" smtClean="0"/>
              <a:t>.</a:t>
            </a:r>
          </a:p>
          <a:p>
            <a:pPr fontAlgn="base"/>
            <a:endParaRPr lang="en-US" dirty="0" smtClean="0"/>
          </a:p>
          <a:p>
            <a:r>
              <a:rPr lang="en-US" dirty="0" smtClean="0"/>
              <a:t>in Oracle, there are </a:t>
            </a:r>
            <a:r>
              <a:rPr lang="en-US" b="1" dirty="0" smtClean="0"/>
              <a:t>two main types of clusters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1. </a:t>
            </a:r>
            <a:r>
              <a:rPr lang="en-US" b="1" dirty="0" smtClean="0"/>
              <a:t>Indexed Cluster (Default)</a:t>
            </a:r>
          </a:p>
          <a:p>
            <a:pPr lvl="1"/>
            <a:r>
              <a:rPr lang="en-US" dirty="0" smtClean="0"/>
              <a:t>2. </a:t>
            </a:r>
            <a:r>
              <a:rPr lang="en-US" b="1" dirty="0" smtClean="0"/>
              <a:t>Hash </a:t>
            </a:r>
            <a:r>
              <a:rPr lang="en-US" b="1" dirty="0" smtClean="0"/>
              <a:t>Cluster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3200" dirty="0" smtClean="0"/>
              <a:t>1. </a:t>
            </a:r>
            <a:r>
              <a:rPr lang="en-US" sz="3200" b="1" dirty="0" smtClean="0"/>
              <a:t>Indexed Cluster (Default)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Uses </a:t>
            </a:r>
            <a:r>
              <a:rPr lang="en-US" dirty="0" smtClean="0"/>
              <a:t>a </a:t>
            </a:r>
            <a:r>
              <a:rPr lang="en-US" b="1" dirty="0" smtClean="0"/>
              <a:t>B-tree index</a:t>
            </a:r>
            <a:r>
              <a:rPr lang="en-US" dirty="0" smtClean="0"/>
              <a:t> on the </a:t>
            </a:r>
            <a:r>
              <a:rPr lang="en-US" b="1" dirty="0" smtClean="0"/>
              <a:t>cluster key</a:t>
            </a:r>
            <a:r>
              <a:rPr lang="en-US" dirty="0" smtClean="0"/>
              <a:t> to find data.</a:t>
            </a:r>
          </a:p>
          <a:p>
            <a:r>
              <a:rPr lang="en-US" dirty="0" smtClean="0"/>
              <a:t>Most commonly used cluster type.</a:t>
            </a:r>
          </a:p>
          <a:p>
            <a:r>
              <a:rPr lang="en-US" dirty="0" smtClean="0"/>
              <a:t>Each group of rows (from multiple tables) with the same cluster key is stored together.</a:t>
            </a:r>
          </a:p>
          <a:p>
            <a:r>
              <a:rPr lang="en-US" b="1" dirty="0" smtClean="0"/>
              <a:t>Example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If you have STUDENTS and GRADES clustered by STUDENT_ID, Oracle uses the </a:t>
            </a:r>
            <a:r>
              <a:rPr lang="en-US" b="1" dirty="0" smtClean="0"/>
              <a:t>cluster index</a:t>
            </a:r>
            <a:r>
              <a:rPr lang="en-US" dirty="0" smtClean="0"/>
              <a:t> to find STUDENT_ID and then fetches the related data.</a:t>
            </a:r>
          </a:p>
          <a:p>
            <a:r>
              <a:rPr lang="en-US" b="1" dirty="0" smtClean="0"/>
              <a:t>Advantages</a:t>
            </a:r>
            <a:r>
              <a:rPr lang="en-US" b="1" dirty="0" smtClean="0"/>
              <a:t>:</a:t>
            </a:r>
          </a:p>
          <a:p>
            <a:pPr lvl="1"/>
            <a:r>
              <a:rPr lang="en-US" dirty="0" smtClean="0"/>
              <a:t>Good for </a:t>
            </a:r>
            <a:r>
              <a:rPr lang="en-US" b="1" dirty="0" smtClean="0"/>
              <a:t>range scans</a:t>
            </a:r>
            <a:r>
              <a:rPr lang="en-US" dirty="0" smtClean="0"/>
              <a:t> and queries involving </a:t>
            </a:r>
            <a:r>
              <a:rPr lang="en-US" b="1" dirty="0" smtClean="0"/>
              <a:t>joins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Works well with multiple tables sharing the same key.</a:t>
            </a:r>
          </a:p>
          <a:p>
            <a:r>
              <a:rPr lang="en-US" b="1" dirty="0" smtClean="0"/>
              <a:t>Disadvantages</a:t>
            </a:r>
            <a:r>
              <a:rPr lang="en-US" b="1" dirty="0" smtClean="0"/>
              <a:t>:</a:t>
            </a:r>
          </a:p>
          <a:p>
            <a:pPr lvl="1"/>
            <a:r>
              <a:rPr lang="en-US" dirty="0" smtClean="0"/>
              <a:t>Requires an extra index lookup.</a:t>
            </a:r>
          </a:p>
          <a:p>
            <a:pPr lvl="1"/>
            <a:r>
              <a:rPr lang="en-US" dirty="0" smtClean="0"/>
              <a:t>Slightly slower for direct key lookups compared to hash clusters.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Step by step create and </a:t>
            </a:r>
            <a:r>
              <a:rPr lang="en-US" b="1" dirty="0" smtClean="0"/>
              <a:t>apply index </a:t>
            </a:r>
            <a:r>
              <a:rPr lang="en-US" b="1" dirty="0" smtClean="0"/>
              <a:t>cluster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Step 1: Create a Cluster</a:t>
            </a:r>
          </a:p>
          <a:p>
            <a:pPr lvl="1"/>
            <a:r>
              <a:rPr lang="en-US" dirty="0" smtClean="0"/>
              <a:t>CREATE CLUSTER </a:t>
            </a:r>
            <a:r>
              <a:rPr lang="en-US" dirty="0" err="1" smtClean="0"/>
              <a:t>student_cluster</a:t>
            </a:r>
            <a:r>
              <a:rPr lang="en-US" dirty="0" smtClean="0"/>
              <a:t> (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student_id</a:t>
            </a:r>
            <a:r>
              <a:rPr lang="en-US" dirty="0" smtClean="0"/>
              <a:t> NUMBER</a:t>
            </a:r>
          </a:p>
          <a:p>
            <a:pPr lvl="1"/>
            <a:r>
              <a:rPr lang="en-US" dirty="0" smtClean="0"/>
              <a:t>);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Step 2: Create Index on the Cluster</a:t>
            </a:r>
          </a:p>
          <a:p>
            <a:pPr lvl="1"/>
            <a:r>
              <a:rPr lang="en-US" dirty="0" smtClean="0"/>
              <a:t>CREATE INDEX </a:t>
            </a:r>
            <a:r>
              <a:rPr lang="en-US" dirty="0" err="1" smtClean="0"/>
              <a:t>idx_student_cluster</a:t>
            </a:r>
            <a:r>
              <a:rPr lang="en-US" dirty="0" smtClean="0"/>
              <a:t> ON CLUSTER </a:t>
            </a:r>
            <a:r>
              <a:rPr lang="en-US" dirty="0" err="1" smtClean="0"/>
              <a:t>student_cluster</a:t>
            </a:r>
            <a:r>
              <a:rPr lang="en-US" dirty="0" smtClean="0"/>
              <a:t>;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Step 3: Create Tables in the Cluster</a:t>
            </a:r>
            <a:endParaRPr lang="en-US" dirty="0" smtClean="0"/>
          </a:p>
          <a:p>
            <a:pPr lvl="1"/>
            <a:r>
              <a:rPr lang="en-US" dirty="0" smtClean="0"/>
              <a:t>CREATE TABLE students (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student_id</a:t>
            </a:r>
            <a:r>
              <a:rPr lang="en-US" dirty="0" smtClean="0"/>
              <a:t> NUMBER,</a:t>
            </a:r>
          </a:p>
          <a:p>
            <a:pPr lvl="1"/>
            <a:r>
              <a:rPr lang="en-US" dirty="0" smtClean="0"/>
              <a:t>  name       VARCHAR2(10)</a:t>
            </a:r>
          </a:p>
          <a:p>
            <a:pPr lvl="1"/>
            <a:r>
              <a:rPr lang="en-US" dirty="0" smtClean="0"/>
              <a:t>) CLUSTER </a:t>
            </a:r>
            <a:r>
              <a:rPr lang="en-US" dirty="0" err="1" smtClean="0"/>
              <a:t>student_cluster</a:t>
            </a:r>
            <a:r>
              <a:rPr lang="en-US" dirty="0" smtClean="0"/>
              <a:t> (</a:t>
            </a:r>
            <a:r>
              <a:rPr lang="en-US" dirty="0" err="1" smtClean="0"/>
              <a:t>student_id</a:t>
            </a:r>
            <a:r>
              <a:rPr lang="en-US" dirty="0" smtClean="0"/>
              <a:t>);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CREATE TABLE grades (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student_id</a:t>
            </a:r>
            <a:r>
              <a:rPr lang="en-US" dirty="0" smtClean="0"/>
              <a:t> NUMBER,</a:t>
            </a:r>
          </a:p>
          <a:p>
            <a:pPr lvl="1"/>
            <a:r>
              <a:rPr lang="en-US" dirty="0" smtClean="0"/>
              <a:t>  subject    VARCHAR2(10),</a:t>
            </a:r>
          </a:p>
          <a:p>
            <a:pPr lvl="1"/>
            <a:r>
              <a:rPr lang="en-US" dirty="0" smtClean="0"/>
              <a:t>  grade      CHAR(1)</a:t>
            </a:r>
          </a:p>
          <a:p>
            <a:pPr lvl="1"/>
            <a:r>
              <a:rPr lang="en-US" dirty="0" smtClean="0"/>
              <a:t>) CLUSTER </a:t>
            </a:r>
            <a:r>
              <a:rPr lang="en-US" dirty="0" err="1" smtClean="0"/>
              <a:t>student_cluster</a:t>
            </a:r>
            <a:r>
              <a:rPr lang="en-US" dirty="0" smtClean="0"/>
              <a:t> (</a:t>
            </a:r>
            <a:r>
              <a:rPr lang="en-US" dirty="0" err="1" smtClean="0"/>
              <a:t>student_id</a:t>
            </a:r>
            <a:r>
              <a:rPr lang="en-US" dirty="0" smtClean="0"/>
              <a:t>);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Step 4: Insert Data</a:t>
            </a:r>
          </a:p>
          <a:p>
            <a:pPr lvl="1"/>
            <a:r>
              <a:rPr lang="en-US" dirty="0" smtClean="0"/>
              <a:t>INSERT INTO students VALUES (101, 'Alice');</a:t>
            </a:r>
          </a:p>
          <a:p>
            <a:pPr lvl="1"/>
            <a:r>
              <a:rPr lang="en-US" dirty="0" smtClean="0"/>
              <a:t>INSERT INTO grades VALUES (101, 'Math', 'A');</a:t>
            </a:r>
          </a:p>
          <a:p>
            <a:pPr lvl="1"/>
            <a:r>
              <a:rPr lang="en-US" dirty="0" smtClean="0"/>
              <a:t>INSERT INTO grades VALUES (101, 'Science', 'B');</a:t>
            </a:r>
          </a:p>
          <a:p>
            <a:r>
              <a:rPr lang="en-US" b="1" dirty="0" smtClean="0"/>
              <a:t>Step 5: Query</a:t>
            </a:r>
          </a:p>
          <a:p>
            <a:pPr lvl="1"/>
            <a:r>
              <a:rPr lang="en-US" dirty="0" smtClean="0"/>
              <a:t>SELECT s.name, </a:t>
            </a:r>
            <a:r>
              <a:rPr lang="en-US" dirty="0" err="1" smtClean="0"/>
              <a:t>g.subject</a:t>
            </a:r>
            <a:r>
              <a:rPr lang="en-US" dirty="0" smtClean="0"/>
              <a:t>, </a:t>
            </a:r>
            <a:r>
              <a:rPr lang="en-US" dirty="0" err="1" smtClean="0"/>
              <a:t>g.grade</a:t>
            </a:r>
            <a:endParaRPr lang="en-US" dirty="0" smtClean="0"/>
          </a:p>
          <a:p>
            <a:pPr lvl="1"/>
            <a:r>
              <a:rPr lang="en-US" dirty="0" smtClean="0"/>
              <a:t>FROM students s</a:t>
            </a:r>
          </a:p>
          <a:p>
            <a:pPr lvl="1"/>
            <a:r>
              <a:rPr lang="en-US" dirty="0" smtClean="0"/>
              <a:t>JOIN grades g ON </a:t>
            </a:r>
            <a:r>
              <a:rPr lang="en-US" dirty="0" err="1" smtClean="0"/>
              <a:t>s.student_id</a:t>
            </a:r>
            <a:r>
              <a:rPr lang="en-US" dirty="0" smtClean="0"/>
              <a:t> = </a:t>
            </a:r>
            <a:r>
              <a:rPr lang="en-US" dirty="0" err="1" smtClean="0"/>
              <a:t>g.student_id</a:t>
            </a:r>
            <a:r>
              <a:rPr lang="en-US" dirty="0" smtClean="0"/>
              <a:t>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2. Hash </a:t>
            </a:r>
            <a:r>
              <a:rPr lang="en-US" b="1" dirty="0" smtClean="0"/>
              <a:t>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Uses </a:t>
            </a:r>
            <a:r>
              <a:rPr lang="en-US" dirty="0" smtClean="0"/>
              <a:t>a </a:t>
            </a:r>
            <a:r>
              <a:rPr lang="en-US" b="1" dirty="0" smtClean="0"/>
              <a:t>hash function</a:t>
            </a:r>
            <a:r>
              <a:rPr lang="en-US" dirty="0" smtClean="0"/>
              <a:t> on the cluster key instead of an index.</a:t>
            </a:r>
          </a:p>
          <a:p>
            <a:r>
              <a:rPr lang="en-US" dirty="0" smtClean="0"/>
              <a:t>Data is placed directly into the block using a hash of the key.</a:t>
            </a:r>
          </a:p>
          <a:p>
            <a:r>
              <a:rPr lang="en-US" dirty="0" smtClean="0"/>
              <a:t>No need for a cluster index.</a:t>
            </a:r>
          </a:p>
          <a:p>
            <a:r>
              <a:rPr lang="en-US" b="1" dirty="0" smtClean="0"/>
              <a:t>Example</a:t>
            </a:r>
            <a:r>
              <a:rPr lang="en-US" b="1" dirty="0" smtClean="0"/>
              <a:t>:</a:t>
            </a:r>
          </a:p>
          <a:p>
            <a:r>
              <a:rPr lang="en-US" dirty="0" smtClean="0"/>
              <a:t>If you hash on EMPLOYEE_ID, Oracle will directly go to the block by hashing the value, no index lookup needed.</a:t>
            </a:r>
          </a:p>
          <a:p>
            <a:r>
              <a:rPr lang="en-US" b="1" dirty="0" smtClean="0"/>
              <a:t>Advantages</a:t>
            </a:r>
            <a:r>
              <a:rPr lang="en-US" b="1" dirty="0" smtClean="0"/>
              <a:t>:</a:t>
            </a:r>
          </a:p>
          <a:p>
            <a:pPr lvl="1"/>
            <a:r>
              <a:rPr lang="en-US" b="1" dirty="0" smtClean="0"/>
              <a:t>Faster</a:t>
            </a:r>
            <a:r>
              <a:rPr lang="en-US" dirty="0" smtClean="0"/>
              <a:t> than indexed clusters for </a:t>
            </a:r>
            <a:r>
              <a:rPr lang="en-US" b="1" dirty="0" smtClean="0"/>
              <a:t>direct access</a:t>
            </a:r>
            <a:r>
              <a:rPr lang="en-US" dirty="0" smtClean="0"/>
              <a:t> (e.g., WHERE ID = 123).</a:t>
            </a:r>
          </a:p>
          <a:p>
            <a:pPr lvl="1"/>
            <a:r>
              <a:rPr lang="en-US" dirty="0" smtClean="0"/>
              <a:t>No need to build or maintain a cluster index.</a:t>
            </a:r>
          </a:p>
          <a:p>
            <a:r>
              <a:rPr lang="en-US" b="1" dirty="0" smtClean="0"/>
              <a:t>Disadvantages</a:t>
            </a:r>
            <a:r>
              <a:rPr lang="en-US" b="1" dirty="0" smtClean="0"/>
              <a:t>:</a:t>
            </a:r>
          </a:p>
          <a:p>
            <a:pPr lvl="1"/>
            <a:r>
              <a:rPr lang="en-US" dirty="0" smtClean="0"/>
              <a:t>Not good for range queries (e.g., ID BETWEEN 100 AND 200).</a:t>
            </a:r>
          </a:p>
          <a:p>
            <a:pPr lvl="1"/>
            <a:r>
              <a:rPr lang="en-US" dirty="0" smtClean="0"/>
              <a:t>You must estimate number of rows and size in </a:t>
            </a:r>
            <a:r>
              <a:rPr lang="en-US" dirty="0" smtClean="0"/>
              <a:t>advance</a:t>
            </a:r>
            <a:endParaRPr lang="en-US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Step by step create and apply </a:t>
            </a:r>
            <a:r>
              <a:rPr lang="en-US" b="1" dirty="0" smtClean="0"/>
              <a:t>hash </a:t>
            </a:r>
            <a:r>
              <a:rPr lang="en-US" b="1" dirty="0" smtClean="0"/>
              <a:t>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Step 1: Create a Hash Cluster</a:t>
            </a:r>
          </a:p>
          <a:p>
            <a:pPr lvl="1"/>
            <a:r>
              <a:rPr lang="en-US" dirty="0" smtClean="0"/>
              <a:t>CREATE </a:t>
            </a:r>
            <a:r>
              <a:rPr lang="en-US" dirty="0" smtClean="0"/>
              <a:t>CLUSTER </a:t>
            </a:r>
            <a:r>
              <a:rPr lang="en-US" dirty="0" err="1" smtClean="0"/>
              <a:t>emp_hash_cluster</a:t>
            </a:r>
            <a:r>
              <a:rPr lang="en-US" dirty="0" smtClean="0"/>
              <a:t> (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emp_id</a:t>
            </a:r>
            <a:r>
              <a:rPr lang="en-US" dirty="0" smtClean="0"/>
              <a:t> NUMBER</a:t>
            </a:r>
          </a:p>
          <a:p>
            <a:pPr lvl="1"/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HASHKEYS 1000;  -- Estimate total unique </a:t>
            </a:r>
            <a:r>
              <a:rPr lang="en-US" dirty="0" smtClean="0"/>
              <a:t>keys</a:t>
            </a:r>
            <a:endParaRPr lang="en-US" dirty="0" smtClean="0"/>
          </a:p>
          <a:p>
            <a:r>
              <a:rPr lang="en-US" b="1" dirty="0" smtClean="0"/>
              <a:t>Step 2: Create the Table in the Cluster</a:t>
            </a:r>
          </a:p>
          <a:p>
            <a:pPr lvl="1"/>
            <a:r>
              <a:rPr lang="en-US" dirty="0" smtClean="0"/>
              <a:t>CREATE </a:t>
            </a:r>
            <a:r>
              <a:rPr lang="en-US" dirty="0" smtClean="0"/>
              <a:t>TABLE employees (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emp_id</a:t>
            </a:r>
            <a:r>
              <a:rPr lang="en-US" dirty="0" smtClean="0"/>
              <a:t>   NUMBER,</a:t>
            </a:r>
          </a:p>
          <a:p>
            <a:pPr lvl="1"/>
            <a:r>
              <a:rPr lang="en-US" dirty="0" smtClean="0"/>
              <a:t>  name     </a:t>
            </a:r>
            <a:r>
              <a:rPr lang="en-US" dirty="0" smtClean="0"/>
              <a:t>VARCHAR2(10),</a:t>
            </a:r>
            <a:endParaRPr lang="en-US" dirty="0" smtClean="0"/>
          </a:p>
          <a:p>
            <a:pPr lvl="1"/>
            <a:r>
              <a:rPr lang="en-US" dirty="0" smtClean="0"/>
              <a:t>  dept     </a:t>
            </a:r>
            <a:r>
              <a:rPr lang="en-US" dirty="0" smtClean="0"/>
              <a:t>VARCHAR2(10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) CLUSTER </a:t>
            </a:r>
            <a:r>
              <a:rPr lang="en-US" dirty="0" err="1" smtClean="0"/>
              <a:t>emp_hash_cluster</a:t>
            </a:r>
            <a:r>
              <a:rPr lang="en-US" dirty="0" smtClean="0"/>
              <a:t> (</a:t>
            </a:r>
            <a:r>
              <a:rPr lang="en-US" dirty="0" err="1" smtClean="0"/>
              <a:t>emp_id</a:t>
            </a:r>
            <a:r>
              <a:rPr lang="en-US" dirty="0" smtClean="0"/>
              <a:t>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Step 3: Insert Data and </a:t>
            </a:r>
            <a:r>
              <a:rPr lang="en-US" b="1" dirty="0" smtClean="0"/>
              <a:t>Query</a:t>
            </a:r>
          </a:p>
          <a:p>
            <a:pPr lvl="1"/>
            <a:r>
              <a:rPr lang="en-US" dirty="0" smtClean="0"/>
              <a:t>INSERT INTO employees VALUES (201, 'John', 'HR');</a:t>
            </a:r>
          </a:p>
          <a:p>
            <a:pPr lvl="1"/>
            <a:r>
              <a:rPr lang="en-US" dirty="0" smtClean="0"/>
              <a:t>INSERT INTO employees VALUES (202, 'Sara', 'IT');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-- Fast direct lookup using hash</a:t>
            </a:r>
          </a:p>
          <a:p>
            <a:pPr lvl="1"/>
            <a:r>
              <a:rPr lang="en-US" dirty="0" smtClean="0"/>
              <a:t>SELECT * FROM employees WHERE </a:t>
            </a:r>
            <a:r>
              <a:rPr lang="en-US" dirty="0" err="1" smtClean="0"/>
              <a:t>emp_id</a:t>
            </a:r>
            <a:r>
              <a:rPr lang="en-US" dirty="0" smtClean="0"/>
              <a:t> = 201;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Advantages of clusters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Disk I/O is reduced.</a:t>
            </a:r>
          </a:p>
          <a:p>
            <a:pPr fontAlgn="base"/>
            <a:r>
              <a:rPr lang="en-US" dirty="0" smtClean="0"/>
              <a:t>Access time improves for joins of clustered tables.</a:t>
            </a:r>
          </a:p>
          <a:p>
            <a:pPr fontAlgn="base"/>
            <a:r>
              <a:rPr lang="en-US" dirty="0" smtClean="0"/>
              <a:t>As all rows in clustered tables use the same columns as common primary key, helps in storage benefit.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Disadvantages of clusters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Reduces performance of INSERT statements as compared to storing the table separately with its own index.</a:t>
            </a:r>
          </a:p>
          <a:p>
            <a:pPr fontAlgn="base"/>
            <a:r>
              <a:rPr lang="en-US" dirty="0" smtClean="0"/>
              <a:t>Columns that are often updated are not good candidates for cluster key.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94</TotalTime>
  <Words>547</Words>
  <Application>Microsoft Office PowerPoint</Application>
  <PresentationFormat>On-screen Show (4:3)</PresentationFormat>
  <Paragraphs>88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Median</vt:lpstr>
      <vt:lpstr>   SQL Clusters </vt:lpstr>
      <vt:lpstr>Slide 2</vt:lpstr>
      <vt:lpstr>1. Indexed Cluster (Default)</vt:lpstr>
      <vt:lpstr>Step by step create and apply index cluster</vt:lpstr>
      <vt:lpstr>Slide 5</vt:lpstr>
      <vt:lpstr>Slide 6</vt:lpstr>
      <vt:lpstr>2. Hash Cluster</vt:lpstr>
      <vt:lpstr>Step by step create and apply hash cluster</vt:lpstr>
      <vt:lpstr>Slide 9</vt:lpstr>
      <vt:lpstr>Advantages of clusters :</vt:lpstr>
      <vt:lpstr>Disadvantages of clusters 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Clusters</dc:title>
  <dc:creator>PC</dc:creator>
  <cp:lastModifiedBy>PC</cp:lastModifiedBy>
  <cp:revision>17</cp:revision>
  <dcterms:created xsi:type="dcterms:W3CDTF">2023-09-23T07:27:12Z</dcterms:created>
  <dcterms:modified xsi:type="dcterms:W3CDTF">2025-09-24T04:11:53Z</dcterms:modified>
</cp:coreProperties>
</file>