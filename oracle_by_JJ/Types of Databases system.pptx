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3" r:id="rId7"/>
    <p:sldId id="264" r:id="rId8"/>
    <p:sldId id="265" r:id="rId9"/>
    <p:sldId id="266" r:id="rId10"/>
    <p:sldId id="26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BA63D016-2454-4DBD-9718-CFE39A454EED}" type="datetimeFigureOut">
              <a:rPr lang="en-US" smtClean="0"/>
              <a:t>10/20/2023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F3236CA-4384-45D7-A4AD-85A83D3351F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A63D016-2454-4DBD-9718-CFE39A454EED}"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F3236CA-4384-45D7-A4AD-85A83D3351F1}"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BA63D016-2454-4DBD-9718-CFE39A454EED}" type="datetimeFigureOut">
              <a:rPr lang="en-US" smtClean="0"/>
              <a:t>10/20/2023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F3236CA-4384-45D7-A4AD-85A83D3351F1}"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BA63D016-2454-4DBD-9718-CFE39A454EED}" type="datetimeFigureOut">
              <a:rPr lang="en-US" smtClean="0"/>
              <a:t>10/20/2023</a:t>
            </a:fld>
            <a:endParaRPr lang="en-US"/>
          </a:p>
        </p:txBody>
      </p:sp>
      <p:sp>
        <p:nvSpPr>
          <p:cNvPr id="10" name="Slide Number Placeholder 9"/>
          <p:cNvSpPr>
            <a:spLocks noGrp="1"/>
          </p:cNvSpPr>
          <p:nvPr>
            <p:ph type="sldNum" sz="quarter" idx="16"/>
          </p:nvPr>
        </p:nvSpPr>
        <p:spPr/>
        <p:txBody>
          <a:bodyPr rtlCol="0"/>
          <a:lstStyle/>
          <a:p>
            <a:fld id="{DF3236CA-4384-45D7-A4AD-85A83D3351F1}"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BA63D016-2454-4DBD-9718-CFE39A454EED}" type="datetimeFigureOut">
              <a:rPr lang="en-US" smtClean="0"/>
              <a:t>10/20/2023</a:t>
            </a:fld>
            <a:endParaRPr lang="en-US"/>
          </a:p>
        </p:txBody>
      </p:sp>
      <p:sp>
        <p:nvSpPr>
          <p:cNvPr id="12" name="Slide Number Placeholder 11"/>
          <p:cNvSpPr>
            <a:spLocks noGrp="1"/>
          </p:cNvSpPr>
          <p:nvPr>
            <p:ph type="sldNum" sz="quarter" idx="16"/>
          </p:nvPr>
        </p:nvSpPr>
        <p:spPr/>
        <p:txBody>
          <a:bodyPr rtlCol="0"/>
          <a:lstStyle/>
          <a:p>
            <a:fld id="{DF3236CA-4384-45D7-A4AD-85A83D3351F1}"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A63D016-2454-4DBD-9718-CFE39A454EED}" type="datetimeFigureOut">
              <a:rPr lang="en-US" smtClean="0"/>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F3236CA-4384-45D7-A4AD-85A83D3351F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63D016-2454-4DBD-9718-CFE39A454EED}" type="datetimeFigureOut">
              <a:rPr lang="en-US" smtClean="0"/>
              <a:t>10/20/2023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F3236CA-4384-45D7-A4AD-85A83D3351F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BA63D016-2454-4DBD-9718-CFE39A454EED}"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F3236CA-4384-45D7-A4AD-85A83D3351F1}"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BA63D016-2454-4DBD-9718-CFE39A454EED}" type="datetimeFigureOut">
              <a:rPr lang="en-US" smtClean="0"/>
              <a:t>10/20/2023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F3236CA-4384-45D7-A4AD-85A83D3351F1}"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A63D016-2454-4DBD-9718-CFE39A454EED}"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3236CA-4384-45D7-A4AD-85A83D3351F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BA63D016-2454-4DBD-9718-CFE39A454EED}" type="datetimeFigureOut">
              <a:rPr lang="en-US" smtClean="0"/>
              <a:t>10/20/2023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F3236CA-4384-45D7-A4AD-85A83D3351F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BA63D016-2454-4DBD-9718-CFE39A454EED}" type="datetimeFigureOut">
              <a:rPr lang="en-US" smtClean="0"/>
              <a:t>10/20/2023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F3236CA-4384-45D7-A4AD-85A83D3351F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5852" y="1571612"/>
            <a:ext cx="6477000" cy="1828800"/>
          </a:xfrm>
        </p:spPr>
        <p:txBody>
          <a:bodyPr/>
          <a:lstStyle/>
          <a:p>
            <a:pPr algn="ctr"/>
            <a:r>
              <a:rPr lang="en-US" dirty="0" smtClean="0"/>
              <a:t>Types of </a:t>
            </a:r>
            <a:r>
              <a:rPr lang="en-US" dirty="0" smtClean="0"/>
              <a:t>Databases system</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There are various types of databases used for storing different varieties of </a:t>
            </a:r>
            <a:r>
              <a:rPr lang="en-US" dirty="0" smtClean="0"/>
              <a:t>data</a:t>
            </a:r>
          </a:p>
          <a:p>
            <a:pPr lvl="1"/>
            <a:r>
              <a:rPr lang="en-US" dirty="0" smtClean="0"/>
              <a:t>Centralized </a:t>
            </a:r>
            <a:r>
              <a:rPr lang="en-US" dirty="0" smtClean="0"/>
              <a:t>Database system</a:t>
            </a:r>
            <a:endParaRPr lang="en-US" dirty="0" smtClean="0"/>
          </a:p>
          <a:p>
            <a:pPr lvl="1"/>
            <a:r>
              <a:rPr lang="en-US" dirty="0" smtClean="0"/>
              <a:t>Parallel Database </a:t>
            </a:r>
            <a:r>
              <a:rPr lang="en-US" dirty="0" smtClean="0"/>
              <a:t>System</a:t>
            </a:r>
          </a:p>
          <a:p>
            <a:pPr lvl="1"/>
            <a:r>
              <a:rPr lang="en-US" dirty="0" smtClean="0"/>
              <a:t>Client/ </a:t>
            </a:r>
            <a:r>
              <a:rPr lang="en-US" dirty="0" smtClean="0"/>
              <a:t>Server Database </a:t>
            </a:r>
            <a:r>
              <a:rPr lang="en-US" dirty="0" smtClean="0"/>
              <a:t>System</a:t>
            </a:r>
          </a:p>
          <a:p>
            <a:pPr lvl="1"/>
            <a:r>
              <a:rPr lang="en-US" dirty="0" smtClean="0"/>
              <a:t>Distributed Database System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Centralized database system</a:t>
            </a:r>
            <a:endParaRPr lang="en-US" dirty="0"/>
          </a:p>
        </p:txBody>
      </p:sp>
      <p:sp>
        <p:nvSpPr>
          <p:cNvPr id="3" name="Content Placeholder 2"/>
          <p:cNvSpPr>
            <a:spLocks noGrp="1"/>
          </p:cNvSpPr>
          <p:nvPr>
            <p:ph sz="quarter" idx="1"/>
          </p:nvPr>
        </p:nvSpPr>
        <p:spPr/>
        <p:txBody>
          <a:bodyPr/>
          <a:lstStyle/>
          <a:p>
            <a:r>
              <a:rPr lang="en-US" dirty="0" smtClean="0"/>
              <a:t>A centralized database is stored at a single location such as a mainframe computer. </a:t>
            </a:r>
            <a:endParaRPr lang="en-US" dirty="0" smtClean="0"/>
          </a:p>
          <a:p>
            <a:r>
              <a:rPr lang="en-US" dirty="0" smtClean="0"/>
              <a:t>It </a:t>
            </a:r>
            <a:r>
              <a:rPr lang="en-US" dirty="0" smtClean="0"/>
              <a:t>is maintained and modified from that location only and usually accessed using an internet connection such as a LAN or WAN. </a:t>
            </a:r>
            <a:endParaRPr lang="en-US" dirty="0" smtClean="0"/>
          </a:p>
          <a:p>
            <a:r>
              <a:rPr lang="en-US" dirty="0" smtClean="0"/>
              <a:t>The </a:t>
            </a:r>
            <a:r>
              <a:rPr lang="en-US" dirty="0" smtClean="0"/>
              <a:t>centralized database is used by </a:t>
            </a:r>
            <a:r>
              <a:rPr lang="en-US" dirty="0" smtClean="0"/>
              <a:t>organizations </a:t>
            </a:r>
            <a:r>
              <a:rPr lang="en-US" dirty="0" smtClean="0"/>
              <a:t>such as colleges, companies, banks etc.</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descr="https://www.tutorialspoint.com/assets/questions/media/10547/Centralized%20DDBMS.PNG"/>
          <p:cNvPicPr>
            <a:picLocks noChangeAspect="1" noChangeArrowheads="1"/>
          </p:cNvPicPr>
          <p:nvPr/>
        </p:nvPicPr>
        <p:blipFill>
          <a:blip r:embed="rId2"/>
          <a:srcRect/>
          <a:stretch>
            <a:fillRect/>
          </a:stretch>
        </p:blipFill>
        <p:spPr bwMode="auto">
          <a:xfrm>
            <a:off x="714348" y="1500174"/>
            <a:ext cx="7713774" cy="4572032"/>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Parallel database system</a:t>
            </a:r>
            <a:endParaRPr lang="en-US" dirty="0"/>
          </a:p>
        </p:txBody>
      </p:sp>
      <p:sp>
        <p:nvSpPr>
          <p:cNvPr id="3" name="Content Placeholder 2"/>
          <p:cNvSpPr>
            <a:spLocks noGrp="1"/>
          </p:cNvSpPr>
          <p:nvPr>
            <p:ph sz="quarter" idx="1"/>
          </p:nvPr>
        </p:nvSpPr>
        <p:spPr/>
        <p:txBody>
          <a:bodyPr/>
          <a:lstStyle/>
          <a:p>
            <a:r>
              <a:rPr lang="en-US" dirty="0" smtClean="0"/>
              <a:t>A parallel database is one which involves multiple processors and working in parallel on the database used to provide the services.</a:t>
            </a:r>
          </a:p>
          <a:p>
            <a:r>
              <a:rPr lang="en-US" dirty="0" smtClean="0"/>
              <a:t>A parallel database system seeks to improve performance through parallelization of various operations like loading data, building index and evaluating queries parallel systems improve processing and I/O speeds by using multiple CPU’s and disks in parallel.</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8436" name="Picture 4" descr="Parallel Databases Tutorial"/>
          <p:cNvPicPr>
            <a:picLocks noChangeAspect="1" noChangeArrowheads="1"/>
          </p:cNvPicPr>
          <p:nvPr/>
        </p:nvPicPr>
        <p:blipFill>
          <a:blip r:embed="rId2"/>
          <a:srcRect/>
          <a:stretch>
            <a:fillRect/>
          </a:stretch>
        </p:blipFill>
        <p:spPr bwMode="auto">
          <a:xfrm>
            <a:off x="1071538" y="857232"/>
            <a:ext cx="6669724" cy="5210192"/>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Client/Server </a:t>
            </a:r>
            <a:r>
              <a:rPr lang="en-US" b="1" dirty="0" smtClean="0"/>
              <a:t>database system:</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smtClean="0"/>
              <a:t>Client/server is developed to deal with various computing environments that have a large number of computers and servers connected together via a network. </a:t>
            </a:r>
            <a:endParaRPr lang="en-US" dirty="0" smtClean="0"/>
          </a:p>
          <a:p>
            <a:r>
              <a:rPr lang="en-US" dirty="0" smtClean="0"/>
              <a:t>In </a:t>
            </a:r>
            <a:r>
              <a:rPr lang="en-US" dirty="0" smtClean="0"/>
              <a:t>this architecture, a Client is a user machine which provides the user interface and local processing capabilities. </a:t>
            </a:r>
            <a:endParaRPr lang="en-US" dirty="0" smtClean="0"/>
          </a:p>
          <a:p>
            <a:r>
              <a:rPr lang="en-US" dirty="0" smtClean="0"/>
              <a:t>When </a:t>
            </a:r>
            <a:r>
              <a:rPr lang="en-US" dirty="0" smtClean="0"/>
              <a:t>any client requires additional functionality like database access, it can connect to Server that is capable of providing the functionality needed by the client. </a:t>
            </a:r>
            <a:endParaRPr lang="en-US" dirty="0" smtClean="0"/>
          </a:p>
          <a:p>
            <a:r>
              <a:rPr lang="en-US" dirty="0" smtClean="0"/>
              <a:t>Basically </a:t>
            </a:r>
            <a:r>
              <a:rPr lang="en-US" dirty="0" smtClean="0"/>
              <a:t>Server is a machine that provides services to the Client </a:t>
            </a:r>
            <a:r>
              <a:rPr lang="en-US" dirty="0" err="1" smtClean="0"/>
              <a:t>i.e</a:t>
            </a:r>
            <a:r>
              <a:rPr lang="en-US" dirty="0" smtClean="0"/>
              <a:t> user machine.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2530" name="Picture 2" descr="https://media.geeksforgeeks.org/wp-content/uploads/20200625124815/Clientnetwork.png"/>
          <p:cNvPicPr>
            <a:picLocks noChangeAspect="1" noChangeArrowheads="1"/>
          </p:cNvPicPr>
          <p:nvPr/>
        </p:nvPicPr>
        <p:blipFill>
          <a:blip r:embed="rId2"/>
          <a:srcRect/>
          <a:stretch>
            <a:fillRect/>
          </a:stretch>
        </p:blipFill>
        <p:spPr bwMode="auto">
          <a:xfrm>
            <a:off x="500033" y="1285860"/>
            <a:ext cx="7744817" cy="4714908"/>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DBMS</a:t>
            </a:r>
            <a:r>
              <a:rPr lang="en-US" b="1" dirty="0" smtClean="0"/>
              <a:t> :</a:t>
            </a:r>
            <a:endParaRPr lang="en-US" dirty="0"/>
          </a:p>
        </p:txBody>
      </p:sp>
      <p:sp>
        <p:nvSpPr>
          <p:cNvPr id="3" name="Content Placeholder 2"/>
          <p:cNvSpPr>
            <a:spLocks noGrp="1"/>
          </p:cNvSpPr>
          <p:nvPr>
            <p:ph sz="quarter" idx="1"/>
          </p:nvPr>
        </p:nvSpPr>
        <p:spPr/>
        <p:txBody>
          <a:bodyPr/>
          <a:lstStyle/>
          <a:p>
            <a:r>
              <a:rPr lang="en-US" dirty="0" smtClean="0"/>
              <a:t>In Distributed DBMS, data is distributed over the geographical site. </a:t>
            </a:r>
            <a:endParaRPr lang="en-US" dirty="0" smtClean="0"/>
          </a:p>
          <a:p>
            <a:r>
              <a:rPr lang="en-US" dirty="0" smtClean="0"/>
              <a:t>Each </a:t>
            </a:r>
            <a:r>
              <a:rPr lang="en-US" dirty="0" smtClean="0"/>
              <a:t>site is a complete database system site on its end but the different sites have to work together because if any user wants to access the data it can easily access data anywhere in the network as the data is stored at the user’s own computer.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24578" name="Picture 2" descr="https://media.geeksforgeeks.org/wp-content/uploads/20200625124909/Distributeddatabase.png"/>
          <p:cNvPicPr>
            <a:picLocks noChangeAspect="1" noChangeArrowheads="1"/>
          </p:cNvPicPr>
          <p:nvPr/>
        </p:nvPicPr>
        <p:blipFill>
          <a:blip r:embed="rId2"/>
          <a:srcRect/>
          <a:stretch>
            <a:fillRect/>
          </a:stretch>
        </p:blipFill>
        <p:spPr bwMode="auto">
          <a:xfrm>
            <a:off x="1214414" y="1285860"/>
            <a:ext cx="6643734" cy="4607752"/>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26</TotalTime>
  <Words>303</Words>
  <Application>Microsoft Office PowerPoint</Application>
  <PresentationFormat>On-screen Show (4:3)</PresentationFormat>
  <Paragraphs>21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Median</vt:lpstr>
      <vt:lpstr>Types of Databases system</vt:lpstr>
      <vt:lpstr>Slide 2</vt:lpstr>
      <vt:lpstr>Centralized database system</vt:lpstr>
      <vt:lpstr>Slide 4</vt:lpstr>
      <vt:lpstr>Parallel database system</vt:lpstr>
      <vt:lpstr>Slide 6</vt:lpstr>
      <vt:lpstr>Client/Server database system:</vt:lpstr>
      <vt:lpstr>Slide 8</vt:lpstr>
      <vt:lpstr>Distributed DBMS :</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Databases system</dc:title>
  <dc:creator>PC</dc:creator>
  <cp:lastModifiedBy>PC</cp:lastModifiedBy>
  <cp:revision>8</cp:revision>
  <dcterms:created xsi:type="dcterms:W3CDTF">2023-10-20T02:26:19Z</dcterms:created>
  <dcterms:modified xsi:type="dcterms:W3CDTF">2023-10-20T02:52:42Z</dcterms:modified>
</cp:coreProperties>
</file>