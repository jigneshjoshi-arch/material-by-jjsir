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4D304E36-5A6E-4712-B23C-B04D6FD2D4FF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13F8FFF-AA00-4165-92E0-B6EEF3C535A4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4E36-5A6E-4712-B23C-B04D6FD2D4FF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13F8FFF-AA00-4165-92E0-B6EEF3C535A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4E36-5A6E-4712-B23C-B04D6FD2D4FF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D13F8FFF-AA00-4165-92E0-B6EEF3C535A4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4D304E36-5A6E-4712-B23C-B04D6FD2D4FF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D13F8FFF-AA00-4165-92E0-B6EEF3C535A4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4D304E36-5A6E-4712-B23C-B04D6FD2D4FF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D13F8FFF-AA00-4165-92E0-B6EEF3C535A4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4E36-5A6E-4712-B23C-B04D6FD2D4FF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13F8FFF-AA00-4165-92E0-B6EEF3C535A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4E36-5A6E-4712-B23C-B04D6FD2D4FF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13F8FFF-AA00-4165-92E0-B6EEF3C535A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4E36-5A6E-4712-B23C-B04D6FD2D4FF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13F8FFF-AA00-4165-92E0-B6EEF3C535A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4D304E36-5A6E-4712-B23C-B04D6FD2D4FF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D13F8FFF-AA00-4165-92E0-B6EEF3C535A4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4E36-5A6E-4712-B23C-B04D6FD2D4FF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F8FFF-AA00-4165-92E0-B6EEF3C535A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4D304E36-5A6E-4712-B23C-B04D6FD2D4FF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D13F8FFF-AA00-4165-92E0-B6EEF3C535A4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4D304E36-5A6E-4712-B23C-B04D6FD2D4FF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D13F8FFF-AA00-4165-92E0-B6EEF3C535A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4414" y="1857364"/>
            <a:ext cx="6477000" cy="18288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Difference between Generalization and Specialization in </a:t>
            </a:r>
            <a:r>
              <a:rPr lang="en-US" b="1" dirty="0" smtClean="0"/>
              <a:t>DBMS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Generalization 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62500" lnSpcReduction="20000"/>
          </a:bodyPr>
          <a:lstStyle/>
          <a:p>
            <a:pPr fontAlgn="base"/>
            <a:r>
              <a:rPr lang="en-US" dirty="0" smtClean="0"/>
              <a:t>It </a:t>
            </a:r>
            <a:r>
              <a:rPr lang="en-US" dirty="0" smtClean="0"/>
              <a:t>works on the principle of bottom up approach. In Generalization lower level functions are combined to form higher level function which is called as entities. </a:t>
            </a:r>
            <a:endParaRPr lang="en-US" dirty="0" smtClean="0"/>
          </a:p>
          <a:p>
            <a:pPr fontAlgn="base"/>
            <a:r>
              <a:rPr lang="en-US" dirty="0" smtClean="0"/>
              <a:t>This </a:t>
            </a:r>
            <a:r>
              <a:rPr lang="en-US" dirty="0" smtClean="0"/>
              <a:t>process is repeated further to make advanced level entities.</a:t>
            </a:r>
          </a:p>
          <a:p>
            <a:pPr fontAlgn="base"/>
            <a:r>
              <a:rPr lang="en-US" dirty="0" smtClean="0"/>
              <a:t>In the Generalization process properties are drawn from particular entities and thus we can create generalized entity. </a:t>
            </a:r>
            <a:endParaRPr lang="en-US" dirty="0" smtClean="0"/>
          </a:p>
          <a:p>
            <a:pPr fontAlgn="base"/>
            <a:r>
              <a:rPr lang="en-US" dirty="0" smtClean="0"/>
              <a:t>We </a:t>
            </a:r>
            <a:r>
              <a:rPr lang="en-US" dirty="0" smtClean="0"/>
              <a:t>can summarize Generalization process as it combines subclasses to form </a:t>
            </a:r>
            <a:r>
              <a:rPr lang="en-US" dirty="0" err="1" smtClean="0"/>
              <a:t>superclass</a:t>
            </a:r>
            <a:r>
              <a:rPr lang="en-US" dirty="0" smtClean="0"/>
              <a:t>.</a:t>
            </a:r>
          </a:p>
          <a:p>
            <a:pPr fontAlgn="base"/>
            <a:endParaRPr lang="en-US" b="1" dirty="0" smtClean="0"/>
          </a:p>
          <a:p>
            <a:pPr fontAlgn="base"/>
            <a:r>
              <a:rPr lang="en-US" b="1" dirty="0" smtClean="0"/>
              <a:t>Example </a:t>
            </a:r>
            <a:r>
              <a:rPr lang="en-US" b="1" dirty="0" smtClean="0"/>
              <a:t>of Generalization –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Consider two entities Student and Patient. These two entities will have some characteristics of their own. </a:t>
            </a:r>
            <a:endParaRPr lang="en-US" dirty="0" smtClean="0"/>
          </a:p>
          <a:p>
            <a:pPr fontAlgn="base"/>
            <a:r>
              <a:rPr lang="en-US" dirty="0" smtClean="0"/>
              <a:t>For </a:t>
            </a:r>
            <a:r>
              <a:rPr lang="en-US" dirty="0" smtClean="0"/>
              <a:t>example Student entity will have </a:t>
            </a:r>
            <a:r>
              <a:rPr lang="en-US" dirty="0" err="1" smtClean="0"/>
              <a:t>Roll_No</a:t>
            </a:r>
            <a:r>
              <a:rPr lang="en-US" dirty="0" smtClean="0"/>
              <a:t>, Name and </a:t>
            </a:r>
            <a:r>
              <a:rPr lang="en-US" dirty="0" err="1" smtClean="0"/>
              <a:t>Mob_No</a:t>
            </a:r>
            <a:r>
              <a:rPr lang="en-US" dirty="0" smtClean="0"/>
              <a:t> while patient will have </a:t>
            </a:r>
            <a:r>
              <a:rPr lang="en-US" dirty="0" err="1" smtClean="0"/>
              <a:t>PId</a:t>
            </a:r>
            <a:r>
              <a:rPr lang="en-US" dirty="0" smtClean="0"/>
              <a:t>, Name and </a:t>
            </a:r>
            <a:r>
              <a:rPr lang="en-US" dirty="0" err="1" smtClean="0"/>
              <a:t>Mob_No</a:t>
            </a:r>
            <a:r>
              <a:rPr lang="en-US" dirty="0" smtClean="0"/>
              <a:t> characteristics. </a:t>
            </a:r>
            <a:endParaRPr lang="en-US" dirty="0" smtClean="0"/>
          </a:p>
          <a:p>
            <a:pPr fontAlgn="base"/>
            <a:r>
              <a:rPr lang="en-US" dirty="0" smtClean="0"/>
              <a:t>Now </a:t>
            </a:r>
            <a:r>
              <a:rPr lang="en-US" dirty="0" smtClean="0"/>
              <a:t>in this example Name and </a:t>
            </a:r>
            <a:r>
              <a:rPr lang="en-US" dirty="0" err="1" smtClean="0"/>
              <a:t>Mob_No</a:t>
            </a:r>
            <a:r>
              <a:rPr lang="en-US" dirty="0" smtClean="0"/>
              <a:t> of both Student and Patient can be combined as a Person to form one higher level entity and this process is called as Generalization Process</a:t>
            </a:r>
            <a:r>
              <a:rPr lang="en-US" dirty="0" smtClean="0"/>
              <a:t>.</a:t>
            </a:r>
            <a:endParaRPr lang="en-US" dirty="0" smtClean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https://media.geeksforgeeks.org/wp-content/uploads/20200422233403/Generalisation_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034" y="1428736"/>
            <a:ext cx="8100393" cy="450059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Specialization 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0000" lnSpcReduction="20000"/>
          </a:bodyPr>
          <a:lstStyle/>
          <a:p>
            <a:pPr fontAlgn="base"/>
            <a:r>
              <a:rPr lang="en-US" dirty="0" smtClean="0"/>
              <a:t>We </a:t>
            </a:r>
            <a:r>
              <a:rPr lang="en-US" dirty="0" smtClean="0"/>
              <a:t>can say that Specialization is opposite of Generalization. </a:t>
            </a:r>
            <a:endParaRPr lang="en-US" dirty="0" smtClean="0"/>
          </a:p>
          <a:p>
            <a:pPr fontAlgn="base"/>
            <a:r>
              <a:rPr lang="en-US" dirty="0" smtClean="0"/>
              <a:t>In </a:t>
            </a:r>
            <a:r>
              <a:rPr lang="en-US" dirty="0" smtClean="0"/>
              <a:t>Specialization things are broken down into smaller things to simplify it further. </a:t>
            </a:r>
            <a:endParaRPr lang="en-US" dirty="0" smtClean="0"/>
          </a:p>
          <a:p>
            <a:pPr fontAlgn="base"/>
            <a:r>
              <a:rPr lang="en-US" dirty="0" smtClean="0"/>
              <a:t>We </a:t>
            </a:r>
            <a:r>
              <a:rPr lang="en-US" dirty="0" smtClean="0"/>
              <a:t>can also say that in Specialization a particular entity gets divided into sub entities and it’s done on the basis of it’s characteristics. </a:t>
            </a:r>
            <a:endParaRPr lang="en-US" dirty="0" smtClean="0"/>
          </a:p>
          <a:p>
            <a:pPr fontAlgn="base"/>
            <a:r>
              <a:rPr lang="en-US" dirty="0" smtClean="0"/>
              <a:t>Also </a:t>
            </a:r>
            <a:r>
              <a:rPr lang="en-US" dirty="0" smtClean="0"/>
              <a:t>in Specialization Inheritance takes place.</a:t>
            </a:r>
          </a:p>
          <a:p>
            <a:pPr fontAlgn="base"/>
            <a:r>
              <a:rPr lang="en-US" b="1" dirty="0" smtClean="0"/>
              <a:t>Example of Specialization –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Consider an entity Account. </a:t>
            </a:r>
            <a:endParaRPr lang="en-US" dirty="0" smtClean="0"/>
          </a:p>
          <a:p>
            <a:pPr fontAlgn="base"/>
            <a:r>
              <a:rPr lang="en-US" dirty="0" smtClean="0"/>
              <a:t>This </a:t>
            </a:r>
            <a:r>
              <a:rPr lang="en-US" dirty="0" smtClean="0"/>
              <a:t>will have some attributes consider them </a:t>
            </a:r>
            <a:r>
              <a:rPr lang="en-US" dirty="0" err="1" smtClean="0"/>
              <a:t>Acc_No</a:t>
            </a:r>
            <a:r>
              <a:rPr lang="en-US" dirty="0" smtClean="0"/>
              <a:t> and Balance. </a:t>
            </a:r>
            <a:endParaRPr lang="en-US" dirty="0" smtClean="0"/>
          </a:p>
          <a:p>
            <a:pPr fontAlgn="base"/>
            <a:r>
              <a:rPr lang="en-US" dirty="0" smtClean="0"/>
              <a:t>Account </a:t>
            </a:r>
            <a:r>
              <a:rPr lang="en-US" dirty="0" smtClean="0"/>
              <a:t>entity may have some other attributes like </a:t>
            </a:r>
            <a:r>
              <a:rPr lang="en-US" dirty="0" err="1" smtClean="0"/>
              <a:t>Current_Acc</a:t>
            </a:r>
            <a:r>
              <a:rPr lang="en-US" dirty="0" smtClean="0"/>
              <a:t> and </a:t>
            </a:r>
            <a:r>
              <a:rPr lang="en-US" dirty="0" err="1" smtClean="0"/>
              <a:t>Savings_Acc</a:t>
            </a:r>
            <a:r>
              <a:rPr lang="en-US" dirty="0" smtClean="0"/>
              <a:t>. Now </a:t>
            </a:r>
            <a:r>
              <a:rPr lang="en-US" dirty="0" err="1" smtClean="0"/>
              <a:t>Current_Acc</a:t>
            </a:r>
            <a:r>
              <a:rPr lang="en-US" dirty="0" smtClean="0"/>
              <a:t> may have </a:t>
            </a:r>
            <a:r>
              <a:rPr lang="en-US" dirty="0" err="1" smtClean="0"/>
              <a:t>Acc_No</a:t>
            </a:r>
            <a:r>
              <a:rPr lang="en-US" dirty="0" smtClean="0"/>
              <a:t>, Balance and Transactions while </a:t>
            </a:r>
            <a:r>
              <a:rPr lang="en-US" dirty="0" err="1" smtClean="0"/>
              <a:t>Savings_Acc</a:t>
            </a:r>
            <a:r>
              <a:rPr lang="en-US" dirty="0" smtClean="0"/>
              <a:t> may have </a:t>
            </a:r>
            <a:r>
              <a:rPr lang="en-US" dirty="0" err="1" smtClean="0"/>
              <a:t>Acc_No</a:t>
            </a:r>
            <a:r>
              <a:rPr lang="en-US" dirty="0" smtClean="0"/>
              <a:t>, Balance and </a:t>
            </a:r>
            <a:r>
              <a:rPr lang="en-US" dirty="0" err="1" smtClean="0"/>
              <a:t>Interest_Rate</a:t>
            </a:r>
            <a:r>
              <a:rPr lang="en-US" dirty="0" smtClean="0"/>
              <a:t> henceforth we can say that specialized entities inherits characteristics of higher level entity.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8674" name="Picture 2" descr="https://media.geeksforgeeks.org/wp-content/uploads/20200422233542/Specialisation_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000108"/>
            <a:ext cx="8643998" cy="514353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14</TotalTime>
  <Words>145</Words>
  <Application>Microsoft Office PowerPoint</Application>
  <PresentationFormat>On-screen Show (4:3)</PresentationFormat>
  <Paragraphs>18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Median</vt:lpstr>
      <vt:lpstr>Difference between Generalization and Specialization in DBMS</vt:lpstr>
      <vt:lpstr>Generalization :</vt:lpstr>
      <vt:lpstr>Slide 3</vt:lpstr>
      <vt:lpstr>Specialization :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Difference between Generalization and Specialization in DBMS</dc:title>
  <dc:creator>PC</dc:creator>
  <cp:lastModifiedBy>PC</cp:lastModifiedBy>
  <cp:revision>3</cp:revision>
  <dcterms:created xsi:type="dcterms:W3CDTF">2023-10-09T03:00:26Z</dcterms:created>
  <dcterms:modified xsi:type="dcterms:W3CDTF">2023-10-09T03:14:28Z</dcterms:modified>
</cp:coreProperties>
</file>