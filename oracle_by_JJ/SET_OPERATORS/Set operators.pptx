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7C60D65-FEA5-4CE6-94BB-D9E3373B44EB}" type="datetimeFigureOut">
              <a:rPr lang="en-US" smtClean="0"/>
              <a:t>7/20/2024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13C1B-7F41-4255-9E4B-C4B85731860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0D65-FEA5-4CE6-94BB-D9E3373B44EB}" type="datetimeFigureOut">
              <a:rPr lang="en-US" smtClean="0"/>
              <a:t>7/20/2024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13C1B-7F41-4255-9E4B-C4B85731860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0D65-FEA5-4CE6-94BB-D9E3373B44EB}" type="datetimeFigureOut">
              <a:rPr lang="en-US" smtClean="0"/>
              <a:t>7/20/2024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46613C1B-7F41-4255-9E4B-C4B85731860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7C60D65-FEA5-4CE6-94BB-D9E3373B44EB}" type="datetimeFigureOut">
              <a:rPr lang="en-US" smtClean="0"/>
              <a:t>7/20/2024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6613C1B-7F41-4255-9E4B-C4B85731860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7C60D65-FEA5-4CE6-94BB-D9E3373B44EB}" type="datetimeFigureOut">
              <a:rPr lang="en-US" smtClean="0"/>
              <a:t>7/20/2024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6613C1B-7F41-4255-9E4B-C4B85731860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0D65-FEA5-4CE6-94BB-D9E3373B44EB}" type="datetimeFigureOut">
              <a:rPr lang="en-US" smtClean="0"/>
              <a:t>7/20/2024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13C1B-7F41-4255-9E4B-C4B8573186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0D65-FEA5-4CE6-94BB-D9E3373B44EB}" type="datetimeFigureOut">
              <a:rPr lang="en-US" smtClean="0"/>
              <a:t>7/20/2024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13C1B-7F41-4255-9E4B-C4B8573186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0D65-FEA5-4CE6-94BB-D9E3373B44EB}" type="datetimeFigureOut">
              <a:rPr lang="en-US" smtClean="0"/>
              <a:t>7/20/2024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6613C1B-7F41-4255-9E4B-C4B85731860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C7C60D65-FEA5-4CE6-94BB-D9E3373B44EB}" type="datetimeFigureOut">
              <a:rPr lang="en-US" smtClean="0"/>
              <a:t>7/20/2024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46613C1B-7F41-4255-9E4B-C4B85731860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60D65-FEA5-4CE6-94BB-D9E3373B44EB}" type="datetimeFigureOut">
              <a:rPr lang="en-US" smtClean="0"/>
              <a:t>7/20/2024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13C1B-7F41-4255-9E4B-C4B8573186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C7C60D65-FEA5-4CE6-94BB-D9E3373B44EB}" type="datetimeFigureOut">
              <a:rPr lang="en-US" smtClean="0"/>
              <a:t>7/20/2024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46613C1B-7F41-4255-9E4B-C4B85731860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7C60D65-FEA5-4CE6-94BB-D9E3373B44EB}" type="datetimeFigureOut">
              <a:rPr lang="en-US" smtClean="0"/>
              <a:t>7/20/2024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6613C1B-7F41-4255-9E4B-C4B85731860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0166" y="1643050"/>
            <a:ext cx="6477000" cy="1828800"/>
          </a:xfrm>
        </p:spPr>
        <p:txBody>
          <a:bodyPr/>
          <a:lstStyle/>
          <a:p>
            <a:pPr algn="ctr"/>
            <a:r>
              <a:rPr lang="en-US" dirty="0" smtClean="0"/>
              <a:t>Set operators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SET operators are special type of operators which are used to </a:t>
            </a:r>
            <a:r>
              <a:rPr lang="en-US" i="1" dirty="0" smtClean="0"/>
              <a:t>combine the result of two queries.</a:t>
            </a:r>
            <a:endParaRPr lang="en-US" dirty="0" smtClean="0"/>
          </a:p>
          <a:p>
            <a:r>
              <a:rPr lang="en-US" dirty="0" smtClean="0"/>
              <a:t>Operators covered under SET operators are:</a:t>
            </a:r>
          </a:p>
          <a:p>
            <a:r>
              <a:rPr lang="en-US" b="1" dirty="0" smtClean="0"/>
              <a:t>UNION</a:t>
            </a:r>
            <a:endParaRPr lang="en-US" dirty="0" smtClean="0"/>
          </a:p>
          <a:p>
            <a:r>
              <a:rPr lang="en-US" b="1" dirty="0" smtClean="0"/>
              <a:t>UNION ALL</a:t>
            </a:r>
            <a:endParaRPr lang="en-US" dirty="0" smtClean="0"/>
          </a:p>
          <a:p>
            <a:r>
              <a:rPr lang="en-US" b="1" dirty="0" smtClean="0"/>
              <a:t>INTERSECT</a:t>
            </a:r>
            <a:endParaRPr lang="en-US" dirty="0" smtClean="0"/>
          </a:p>
          <a:p>
            <a:r>
              <a:rPr lang="en-US" b="1" dirty="0" smtClean="0"/>
              <a:t>MINUS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UNION will be used to combine the result of two select statements.</a:t>
            </a:r>
          </a:p>
          <a:p>
            <a:r>
              <a:rPr lang="en-US" dirty="0" smtClean="0"/>
              <a:t>Duplicate rows will be eliminated from the results obtained after performing the UNION operation.</a:t>
            </a:r>
          </a:p>
          <a:p>
            <a:r>
              <a:rPr lang="en-US" dirty="0" smtClean="0"/>
              <a:t>Example </a:t>
            </a:r>
          </a:p>
          <a:p>
            <a:r>
              <a:rPr lang="en-US" dirty="0" smtClean="0"/>
              <a:t>select </a:t>
            </a:r>
            <a:r>
              <a:rPr lang="en-US" dirty="0" smtClean="0"/>
              <a:t>*from </a:t>
            </a:r>
            <a:r>
              <a:rPr lang="en-US" dirty="0" err="1" smtClean="0"/>
              <a:t>emp</a:t>
            </a:r>
            <a:r>
              <a:rPr lang="en-US" dirty="0" smtClean="0"/>
              <a:t> where </a:t>
            </a:r>
            <a:r>
              <a:rPr lang="en-US" dirty="0" err="1" smtClean="0"/>
              <a:t>deptno</a:t>
            </a:r>
            <a:r>
              <a:rPr lang="en-US" dirty="0" smtClean="0"/>
              <a:t> = 10</a:t>
            </a:r>
          </a:p>
          <a:p>
            <a:r>
              <a:rPr lang="en-US" dirty="0" smtClean="0"/>
              <a:t>union</a:t>
            </a:r>
          </a:p>
          <a:p>
            <a:r>
              <a:rPr lang="en-US" dirty="0" smtClean="0"/>
              <a:t>select *from </a:t>
            </a:r>
            <a:r>
              <a:rPr lang="en-US" dirty="0" err="1" smtClean="0"/>
              <a:t>emp</a:t>
            </a:r>
            <a:r>
              <a:rPr lang="en-US" dirty="0" smtClean="0"/>
              <a:t> where </a:t>
            </a:r>
            <a:r>
              <a:rPr lang="en-US" dirty="0" err="1" smtClean="0"/>
              <a:t>deptno</a:t>
            </a:r>
            <a:r>
              <a:rPr lang="en-US" dirty="0" smtClean="0"/>
              <a:t> in (10,20);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UNION </a:t>
            </a:r>
            <a:r>
              <a:rPr lang="en-US" dirty="0" smtClean="0"/>
              <a:t>ALL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This operator combines all the records from both the queries.</a:t>
            </a:r>
          </a:p>
          <a:p>
            <a:r>
              <a:rPr lang="en-US" dirty="0" smtClean="0"/>
              <a:t>Duplicate rows will be not be eliminated from the results obtained after performing the UNION ALL operation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Example :</a:t>
            </a:r>
            <a:endParaRPr lang="en-US" dirty="0" smtClean="0"/>
          </a:p>
          <a:p>
            <a:r>
              <a:rPr lang="en-US" dirty="0" smtClean="0"/>
              <a:t>select *from </a:t>
            </a:r>
            <a:r>
              <a:rPr lang="en-US" dirty="0" err="1" smtClean="0"/>
              <a:t>emp</a:t>
            </a:r>
            <a:r>
              <a:rPr lang="en-US" dirty="0" smtClean="0"/>
              <a:t> where </a:t>
            </a:r>
            <a:r>
              <a:rPr lang="en-US" dirty="0" err="1" smtClean="0"/>
              <a:t>deptno</a:t>
            </a:r>
            <a:r>
              <a:rPr lang="en-US" dirty="0" smtClean="0"/>
              <a:t> = 10</a:t>
            </a:r>
          </a:p>
          <a:p>
            <a:r>
              <a:rPr lang="en-US" dirty="0" smtClean="0"/>
              <a:t>union all</a:t>
            </a:r>
          </a:p>
          <a:p>
            <a:r>
              <a:rPr lang="en-US" dirty="0" smtClean="0"/>
              <a:t>select *from </a:t>
            </a:r>
            <a:r>
              <a:rPr lang="en-US" dirty="0" err="1" smtClean="0"/>
              <a:t>emp</a:t>
            </a:r>
            <a:r>
              <a:rPr lang="en-US" dirty="0" smtClean="0"/>
              <a:t> where </a:t>
            </a:r>
            <a:r>
              <a:rPr lang="en-US" dirty="0" err="1" smtClean="0"/>
              <a:t>deptno</a:t>
            </a:r>
            <a:r>
              <a:rPr lang="en-US" dirty="0" smtClean="0"/>
              <a:t> in (10,20);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INTERSECT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It is used to combine two SELECT statements, but it only returns the records which are common from both SELECT statements.</a:t>
            </a:r>
          </a:p>
          <a:p>
            <a:r>
              <a:rPr lang="en-US" dirty="0" smtClean="0"/>
              <a:t>Example</a:t>
            </a:r>
          </a:p>
          <a:p>
            <a:r>
              <a:rPr lang="en-US" dirty="0" smtClean="0"/>
              <a:t>select *from </a:t>
            </a:r>
            <a:r>
              <a:rPr lang="en-US" dirty="0" err="1" smtClean="0"/>
              <a:t>emp</a:t>
            </a:r>
            <a:r>
              <a:rPr lang="en-US" dirty="0" smtClean="0"/>
              <a:t> where </a:t>
            </a:r>
            <a:r>
              <a:rPr lang="en-US" dirty="0" err="1" smtClean="0"/>
              <a:t>deptno</a:t>
            </a:r>
            <a:r>
              <a:rPr lang="en-US" dirty="0" smtClean="0"/>
              <a:t> in (10,20)</a:t>
            </a:r>
          </a:p>
          <a:p>
            <a:r>
              <a:rPr lang="en-US" dirty="0" smtClean="0"/>
              <a:t>intersect</a:t>
            </a:r>
          </a:p>
          <a:p>
            <a:r>
              <a:rPr lang="en-US" dirty="0" smtClean="0"/>
              <a:t>select *from </a:t>
            </a:r>
            <a:r>
              <a:rPr lang="en-US" dirty="0" err="1" smtClean="0"/>
              <a:t>emp</a:t>
            </a:r>
            <a:r>
              <a:rPr lang="en-US" dirty="0" smtClean="0"/>
              <a:t> where </a:t>
            </a:r>
            <a:r>
              <a:rPr lang="en-US" dirty="0" err="1" smtClean="0"/>
              <a:t>deptno</a:t>
            </a:r>
            <a:r>
              <a:rPr lang="en-US" dirty="0" smtClean="0"/>
              <a:t> in (20,30);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MINUS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It displays the rows which are present in the first query but absent in the second query with no duplicates.</a:t>
            </a:r>
          </a:p>
          <a:p>
            <a:r>
              <a:rPr lang="en-US" dirty="0" smtClean="0"/>
              <a:t>Example</a:t>
            </a:r>
          </a:p>
          <a:p>
            <a:r>
              <a:rPr lang="en-US" dirty="0" smtClean="0"/>
              <a:t>select *from </a:t>
            </a:r>
            <a:r>
              <a:rPr lang="en-US" dirty="0" err="1" smtClean="0"/>
              <a:t>emp</a:t>
            </a:r>
            <a:r>
              <a:rPr lang="en-US" dirty="0" smtClean="0"/>
              <a:t> where </a:t>
            </a:r>
            <a:r>
              <a:rPr lang="en-US" dirty="0" err="1" smtClean="0"/>
              <a:t>deptno</a:t>
            </a:r>
            <a:r>
              <a:rPr lang="en-US" dirty="0" smtClean="0"/>
              <a:t> in (10,20)</a:t>
            </a:r>
          </a:p>
          <a:p>
            <a:r>
              <a:rPr lang="en-US" dirty="0" smtClean="0"/>
              <a:t>minus</a:t>
            </a:r>
          </a:p>
          <a:p>
            <a:r>
              <a:rPr lang="en-US" dirty="0" smtClean="0"/>
              <a:t>select *from </a:t>
            </a:r>
            <a:r>
              <a:rPr lang="en-US" dirty="0" err="1" smtClean="0"/>
              <a:t>emp</a:t>
            </a:r>
            <a:r>
              <a:rPr lang="en-US" dirty="0" smtClean="0"/>
              <a:t> where </a:t>
            </a:r>
            <a:r>
              <a:rPr lang="en-US" dirty="0" err="1" smtClean="0"/>
              <a:t>deptno</a:t>
            </a:r>
            <a:r>
              <a:rPr lang="en-US" dirty="0" smtClean="0"/>
              <a:t> = 20;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11</TotalTime>
  <Words>205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Median</vt:lpstr>
      <vt:lpstr>Set operators</vt:lpstr>
      <vt:lpstr>Slide 2</vt:lpstr>
      <vt:lpstr>union</vt:lpstr>
      <vt:lpstr>UNION ALL</vt:lpstr>
      <vt:lpstr>INTERSECT:</vt:lpstr>
      <vt:lpstr>MINUS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operators</dc:title>
  <dc:creator>PC</dc:creator>
  <cp:lastModifiedBy>PC</cp:lastModifiedBy>
  <cp:revision>5</cp:revision>
  <dcterms:created xsi:type="dcterms:W3CDTF">2024-07-20T02:15:55Z</dcterms:created>
  <dcterms:modified xsi:type="dcterms:W3CDTF">2024-07-20T02:27:13Z</dcterms:modified>
</cp:coreProperties>
</file>