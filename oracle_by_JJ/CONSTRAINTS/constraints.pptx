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D5CE6BF9-4A91-403C-AB25-2BCC04AF4615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25FD65-42D5-45B3-B86A-589FC90AE9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6BF9-4A91-403C-AB25-2BCC04AF4615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E25FD65-42D5-45B3-B86A-589FC90AE9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6BF9-4A91-403C-AB25-2BCC04AF4615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E25FD65-42D5-45B3-B86A-589FC90AE9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5CE6BF9-4A91-403C-AB25-2BCC04AF4615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E25FD65-42D5-45B3-B86A-589FC90AE9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5CE6BF9-4A91-403C-AB25-2BCC04AF4615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E25FD65-42D5-45B3-B86A-589FC90AE9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6BF9-4A91-403C-AB25-2BCC04AF4615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E25FD65-42D5-45B3-B86A-589FC90AE9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6BF9-4A91-403C-AB25-2BCC04AF4615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25FD65-42D5-45B3-B86A-589FC90AE9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6BF9-4A91-403C-AB25-2BCC04AF4615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E25FD65-42D5-45B3-B86A-589FC90AE9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D5CE6BF9-4A91-403C-AB25-2BCC04AF4615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E25FD65-42D5-45B3-B86A-589FC90AE9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E6BF9-4A91-403C-AB25-2BCC04AF4615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5FD65-42D5-45B3-B86A-589FC90AE9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D5CE6BF9-4A91-403C-AB25-2BCC04AF4615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E25FD65-42D5-45B3-B86A-589FC90AE9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5CE6BF9-4A91-403C-AB25-2BCC04AF4615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E25FD65-42D5-45B3-B86A-589FC90AE91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19200"/>
            <a:ext cx="6477000" cy="1828800"/>
          </a:xfrm>
        </p:spPr>
        <p:txBody>
          <a:bodyPr>
            <a:normAutofit/>
          </a:bodyPr>
          <a:lstStyle/>
          <a:p>
            <a:pPr algn="ctr"/>
            <a:r>
              <a:rPr lang="en-US" sz="5400" dirty="0" smtClean="0"/>
              <a:t>constraints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6751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Constraints 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52600"/>
            <a:ext cx="8229600" cy="4572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Constraints are set of rules used to enforce data integrity. </a:t>
            </a:r>
          </a:p>
          <a:p>
            <a:r>
              <a:rPr lang="en-US" dirty="0" smtClean="0"/>
              <a:t>They don’t take space in database like data.</a:t>
            </a:r>
          </a:p>
          <a:p>
            <a:r>
              <a:rPr lang="en-US" dirty="0" smtClean="0"/>
              <a:t>Even if single column fails to satisfy constrain, entire record will be rejected by Oracle.</a:t>
            </a:r>
          </a:p>
          <a:p>
            <a:r>
              <a:rPr lang="en-US" dirty="0" smtClean="0"/>
              <a:t>Types of constraints are :-</a:t>
            </a:r>
          </a:p>
          <a:p>
            <a:pPr lvl="1"/>
            <a:r>
              <a:rPr lang="en-US" dirty="0" smtClean="0"/>
              <a:t>Primary key</a:t>
            </a:r>
          </a:p>
          <a:p>
            <a:pPr lvl="1"/>
            <a:r>
              <a:rPr lang="en-US" dirty="0" smtClean="0"/>
              <a:t>Foreign key</a:t>
            </a:r>
          </a:p>
          <a:p>
            <a:pPr lvl="1"/>
            <a:r>
              <a:rPr lang="en-US" dirty="0" smtClean="0"/>
              <a:t>Unique</a:t>
            </a:r>
          </a:p>
          <a:p>
            <a:pPr lvl="1"/>
            <a:r>
              <a:rPr lang="en-US" dirty="0" smtClean="0"/>
              <a:t>NOT NULL</a:t>
            </a:r>
          </a:p>
          <a:p>
            <a:pPr lvl="1"/>
            <a:r>
              <a:rPr lang="en-US" dirty="0" smtClean="0"/>
              <a:t>Check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6751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Feature of Primary key 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52600"/>
            <a:ext cx="8229600" cy="4572000"/>
          </a:xfrm>
        </p:spPr>
        <p:txBody>
          <a:bodyPr/>
          <a:lstStyle/>
          <a:p>
            <a:r>
              <a:rPr lang="en-US" dirty="0" smtClean="0"/>
              <a:t>Does not allow duplicate values</a:t>
            </a:r>
          </a:p>
          <a:p>
            <a:r>
              <a:rPr lang="en-US" dirty="0" smtClean="0"/>
              <a:t>NULL values not allowed</a:t>
            </a:r>
          </a:p>
          <a:p>
            <a:r>
              <a:rPr lang="en-US" dirty="0" smtClean="0"/>
              <a:t>Primary key is not compulsory but recommended</a:t>
            </a:r>
          </a:p>
          <a:p>
            <a:r>
              <a:rPr lang="en-US" dirty="0" smtClean="0"/>
              <a:t>Primary key can not be LONG or LONG RAW data type</a:t>
            </a:r>
          </a:p>
          <a:p>
            <a:r>
              <a:rPr lang="en-US" dirty="0" smtClean="0"/>
              <a:t>Only one key is allowed per table</a:t>
            </a:r>
          </a:p>
          <a:p>
            <a:r>
              <a:rPr lang="en-US" dirty="0" smtClean="0"/>
              <a:t>Unique Index created automatically on Primary key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Define primary key 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---primary key at column level----</a:t>
            </a:r>
          </a:p>
          <a:p>
            <a:endParaRPr lang="en-US" dirty="0" smtClean="0"/>
          </a:p>
          <a:p>
            <a:r>
              <a:rPr lang="en-US" dirty="0" smtClean="0"/>
              <a:t>create table uni1</a:t>
            </a:r>
          </a:p>
          <a:p>
            <a:r>
              <a:rPr lang="en-US" dirty="0" smtClean="0"/>
              <a:t>(</a:t>
            </a:r>
            <a:r>
              <a:rPr lang="en-US" dirty="0" err="1" smtClean="0"/>
              <a:t>ccode</a:t>
            </a:r>
            <a:r>
              <a:rPr lang="en-US" dirty="0" smtClean="0"/>
              <a:t> number(3) primary key,</a:t>
            </a:r>
          </a:p>
          <a:p>
            <a:r>
              <a:rPr lang="en-US" dirty="0" err="1" smtClean="0"/>
              <a:t>corsename</a:t>
            </a:r>
            <a:r>
              <a:rPr lang="en-US" dirty="0" smtClean="0"/>
              <a:t> varchar2(15),</a:t>
            </a:r>
          </a:p>
          <a:p>
            <a:r>
              <a:rPr lang="en-US" dirty="0" smtClean="0"/>
              <a:t>duration number(1));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---primary key at table level---</a:t>
            </a:r>
          </a:p>
          <a:p>
            <a:endParaRPr lang="en-US" dirty="0" smtClean="0"/>
          </a:p>
          <a:p>
            <a:r>
              <a:rPr lang="en-US" dirty="0" smtClean="0"/>
              <a:t>create table </a:t>
            </a:r>
            <a:r>
              <a:rPr lang="en-US" dirty="0" err="1" smtClean="0"/>
              <a:t>uni</a:t>
            </a:r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 err="1" smtClean="0"/>
              <a:t>ccode</a:t>
            </a:r>
            <a:r>
              <a:rPr lang="en-US" dirty="0" smtClean="0"/>
              <a:t> number(3),</a:t>
            </a:r>
          </a:p>
          <a:p>
            <a:r>
              <a:rPr lang="en-US" dirty="0" err="1" smtClean="0"/>
              <a:t>corsename</a:t>
            </a:r>
            <a:r>
              <a:rPr lang="en-US" dirty="0" smtClean="0"/>
              <a:t> varchar2(15),</a:t>
            </a:r>
          </a:p>
          <a:p>
            <a:r>
              <a:rPr lang="en-US" dirty="0" smtClean="0"/>
              <a:t>duration number(1),</a:t>
            </a:r>
          </a:p>
          <a:p>
            <a:r>
              <a:rPr lang="en-US" dirty="0" smtClean="0"/>
              <a:t>primary key(</a:t>
            </a:r>
            <a:r>
              <a:rPr lang="en-US" dirty="0" err="1" smtClean="0"/>
              <a:t>ccode,corsename</a:t>
            </a:r>
            <a:r>
              <a:rPr lang="en-US" dirty="0" smtClean="0"/>
              <a:t>));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of foreign key 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It references a column of another table and it can be same table also </a:t>
            </a:r>
          </a:p>
          <a:p>
            <a:r>
              <a:rPr lang="en-US" dirty="0" smtClean="0"/>
              <a:t>Referenced field must be Unique or Primary key. The default is primary key</a:t>
            </a:r>
          </a:p>
          <a:p>
            <a:r>
              <a:rPr lang="en-US" dirty="0" smtClean="0"/>
              <a:t>Defined foreign key table is called child table where as defined primary key table is called parent table</a:t>
            </a:r>
          </a:p>
          <a:p>
            <a:r>
              <a:rPr lang="en-US" dirty="0" smtClean="0"/>
              <a:t>Child table may have duplicates and NULLS in foreign key column</a:t>
            </a:r>
          </a:p>
          <a:p>
            <a:r>
              <a:rPr lang="en-US" dirty="0" smtClean="0"/>
              <a:t>Parent record can be deleted only if child record does not exist</a:t>
            </a:r>
          </a:p>
          <a:p>
            <a:r>
              <a:rPr lang="en-US" dirty="0" smtClean="0"/>
              <a:t>Parent table can not be updated if child record exist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ON DELETE CASCADE :-</a:t>
            </a:r>
          </a:p>
          <a:p>
            <a:pPr lvl="1"/>
            <a:r>
              <a:rPr lang="en-US" dirty="0" smtClean="0"/>
              <a:t>When the record is deleted in Parent table, all records in Child Table will be deleted automatically.</a:t>
            </a:r>
          </a:p>
          <a:p>
            <a:r>
              <a:rPr lang="en-US" dirty="0" smtClean="0"/>
              <a:t>ON DELETE SET NULL :-</a:t>
            </a:r>
          </a:p>
          <a:p>
            <a:pPr lvl="1"/>
            <a:r>
              <a:rPr lang="en-US" dirty="0" smtClean="0"/>
              <a:t>When record is deleted in Parent table, all field value held by foreign key of child table is set to NULL.</a:t>
            </a:r>
          </a:p>
          <a:p>
            <a:pPr lvl="1"/>
            <a:r>
              <a:rPr lang="en-US" dirty="0" smtClean="0"/>
              <a:t>Entire record will not be deleted.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Define foreign key 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create table college</a:t>
            </a:r>
          </a:p>
          <a:p>
            <a:r>
              <a:rPr lang="en-US" dirty="0" smtClean="0"/>
              <a:t>(</a:t>
            </a:r>
            <a:r>
              <a:rPr lang="en-US" dirty="0" err="1" smtClean="0"/>
              <a:t>rno</a:t>
            </a:r>
            <a:r>
              <a:rPr lang="en-US" dirty="0" smtClean="0"/>
              <a:t> number(3),</a:t>
            </a:r>
          </a:p>
          <a:p>
            <a:r>
              <a:rPr lang="en-US" dirty="0" err="1" smtClean="0"/>
              <a:t>snam</a:t>
            </a:r>
            <a:r>
              <a:rPr lang="en-US" dirty="0" smtClean="0"/>
              <a:t> char(20),</a:t>
            </a:r>
          </a:p>
          <a:p>
            <a:r>
              <a:rPr lang="en-US" dirty="0" err="1" smtClean="0"/>
              <a:t>course_no</a:t>
            </a:r>
            <a:r>
              <a:rPr lang="en-US" dirty="0" smtClean="0"/>
              <a:t> number(3) references uni1(</a:t>
            </a:r>
            <a:r>
              <a:rPr lang="en-US" dirty="0" err="1" smtClean="0"/>
              <a:t>ccode</a:t>
            </a:r>
            <a:r>
              <a:rPr lang="en-US" dirty="0" smtClean="0"/>
              <a:t>));</a:t>
            </a:r>
          </a:p>
          <a:p>
            <a:endParaRPr lang="en-US" dirty="0" smtClean="0"/>
          </a:p>
          <a:p>
            <a:r>
              <a:rPr lang="en-US" dirty="0" smtClean="0"/>
              <a:t>on delete cascade</a:t>
            </a:r>
          </a:p>
          <a:p>
            <a:r>
              <a:rPr lang="en-US" smtClean="0"/>
              <a:t>on delete set null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49</TotalTime>
  <Words>318</Words>
  <Application>Microsoft Office PowerPoint</Application>
  <PresentationFormat>On-screen Show (4:3)</PresentationFormat>
  <Paragraphs>54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Median</vt:lpstr>
      <vt:lpstr>constraints</vt:lpstr>
      <vt:lpstr>Constraints :-</vt:lpstr>
      <vt:lpstr>Feature of Primary key :-</vt:lpstr>
      <vt:lpstr>Define primary key :-</vt:lpstr>
      <vt:lpstr>Feature of foreign key :-</vt:lpstr>
      <vt:lpstr>Slide 6</vt:lpstr>
      <vt:lpstr>Define foreign key :-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constraints</dc:title>
  <dc:creator>jj</dc:creator>
  <cp:lastModifiedBy>PC</cp:lastModifiedBy>
  <cp:revision>6</cp:revision>
  <dcterms:created xsi:type="dcterms:W3CDTF">2019-07-04T14:45:37Z</dcterms:created>
  <dcterms:modified xsi:type="dcterms:W3CDTF">2026-07-06T04:02:44Z</dcterms:modified>
</cp:coreProperties>
</file>