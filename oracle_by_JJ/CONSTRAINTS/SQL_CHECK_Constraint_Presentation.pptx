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5BCAD085-E8A6-8845-BD4E-CB4CCA059FC4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7788" y="2457450"/>
            <a:ext cx="6477000" cy="1828800"/>
          </a:xfrm>
        </p:spPr>
        <p:txBody>
          <a:bodyPr>
            <a:normAutofit fontScale="90000"/>
          </a:bodyPr>
          <a:lstStyle/>
          <a:p>
            <a:pPr algn="ctr"/>
            <a:r>
              <a:t>SQL </a:t>
            </a:r>
            <a:r>
              <a:rPr/>
              <a:t>CHECK </a:t>
            </a:r>
            <a:r>
              <a:rPr smtClean="0"/>
              <a:t>Constraint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Understanding the CHECK Constraint with Examples</a:t>
            </a:r>
            <a:br>
              <a:rPr lang="en-US" dirty="0" smtClean="0"/>
            </a:b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CHECK Constraint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The CHECK constraint is used in SQL to limit the value range that can be placed in a column.</a:t>
            </a:r>
          </a:p>
          <a:p>
            <a:r>
              <a:t>If a condition evaluates to false, the constraint prevents the value from being inserted into the table.</a:t>
            </a:r>
          </a:p>
          <a:p>
            <a:r>
              <a:t>It ensures that the data meets certain criteria before it is stored in the database.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1: Basic CHECK Constraint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t>Let's create a table called `Employees` where the age of an employee must be 18 or older.</a:t>
            </a:r>
          </a:p>
          <a:p>
            <a:endParaRPr/>
          </a:p>
          <a:p>
            <a:endParaRPr/>
          </a:p>
          <a:p>
            <a:r>
              <a:t>CREATE TABLE Employees (</a:t>
            </a:r>
          </a:p>
          <a:p>
            <a:r>
              <a:t>    </a:t>
            </a:r>
            <a:r>
              <a:rPr/>
              <a:t>ID </a:t>
            </a:r>
            <a:r>
              <a:rPr lang="en-US" dirty="0" smtClean="0"/>
              <a:t>number(3)</a:t>
            </a:r>
            <a:r>
              <a:rPr smtClean="0"/>
              <a:t>,</a:t>
            </a:r>
            <a:endParaRPr/>
          </a:p>
          <a:p>
            <a:r>
              <a:t>    Name varchar(255),</a:t>
            </a:r>
          </a:p>
          <a:p>
            <a:r>
              <a:t>    </a:t>
            </a:r>
            <a:r>
              <a:rPr/>
              <a:t>Age </a:t>
            </a:r>
            <a:r>
              <a:rPr lang="en-US" dirty="0" smtClean="0"/>
              <a:t>number(2)</a:t>
            </a:r>
            <a:r>
              <a:rPr smtClean="0"/>
              <a:t>,</a:t>
            </a:r>
            <a:endParaRPr/>
          </a:p>
          <a:p>
            <a:r>
              <a:t>    CHECK (Age &gt;= 18)</a:t>
            </a:r>
          </a:p>
          <a:p>
            <a:r>
              <a:t>);</a:t>
            </a:r>
          </a:p>
          <a:p>
            <a:r>
              <a:rPr smtClean="0"/>
              <a:t>In </a:t>
            </a:r>
            <a:r>
              <a:t>this example, the CHECK constraint ensures that only employees aged 18 or older can be added.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Example 2: Multiple CHECK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62500" lnSpcReduction="20000"/>
          </a:bodyPr>
          <a:lstStyle/>
          <a:p>
            <a:r>
              <a:t>You can also apply multiple CHECK constraints to different columns in the same table.</a:t>
            </a:r>
          </a:p>
          <a:p>
            <a:r>
              <a:t>Consider a `Products` table where the price of a product must be greater than zero and the quantity in stock must be non-negative.</a:t>
            </a:r>
          </a:p>
          <a:p>
            <a:endParaRPr/>
          </a:p>
          <a:p>
            <a:r>
              <a:rPr smtClean="0"/>
              <a:t>CREATE </a:t>
            </a:r>
            <a:r>
              <a:t>TABLE Products (</a:t>
            </a:r>
          </a:p>
          <a:p>
            <a:r>
              <a:t>    ProductID int,</a:t>
            </a:r>
          </a:p>
          <a:p>
            <a:r>
              <a:t>    ProductName varchar(255),</a:t>
            </a:r>
          </a:p>
          <a:p>
            <a:r>
              <a:t>    Price decimal(10, 2),</a:t>
            </a:r>
          </a:p>
          <a:p>
            <a:r>
              <a:t>    Quantity int,</a:t>
            </a:r>
          </a:p>
          <a:p>
            <a:r>
              <a:t>    CHECK (Price &gt; 0),</a:t>
            </a:r>
          </a:p>
          <a:p>
            <a:r>
              <a:t>    CHECK (Quantity &gt;= 0)</a:t>
            </a:r>
          </a:p>
          <a:p>
            <a:r>
              <a:t>);</a:t>
            </a:r>
          </a:p>
          <a:p>
            <a:r>
              <a:rPr smtClean="0"/>
              <a:t>This </a:t>
            </a:r>
            <a:r>
              <a:t>example ensures that the `Price` cannot be zero or negative and `Quantity` cannot be less than zero.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Using CHECK Constraint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• Ensures data integrity by validating input before it is stored in the database.</a:t>
            </a:r>
          </a:p>
          <a:p>
            <a:r>
              <a:t>• Prevents invalid data entry that could lead to errors in database operations.</a:t>
            </a:r>
          </a:p>
          <a:p>
            <a:r>
              <a:t>• Provides a way to enforce business rules at the database level, independent of the application.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16</TotalTime>
  <Words>292</Words>
  <Application>Microsoft Macintosh PowerPoint</Application>
  <PresentationFormat>On-screen Show (4:3)</PresentationFormat>
  <Paragraphs>33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Median</vt:lpstr>
      <vt:lpstr>SQL CHECK Constraint Understanding the CHECK Constraint with Examples </vt:lpstr>
      <vt:lpstr>Introduction to CHECK Constraint</vt:lpstr>
      <vt:lpstr>Example 1: Basic CHECK Constraint</vt:lpstr>
      <vt:lpstr>Example 2: Multiple CHECK Constraints</vt:lpstr>
      <vt:lpstr>Benefits of Using CHECK Constraint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CHECK Constraint</dc:title>
  <dc:subject/>
  <dc:creator/>
  <cp:keywords/>
  <dc:description>generated using python-pptx</dc:description>
  <cp:lastModifiedBy>PC</cp:lastModifiedBy>
  <cp:revision>6</cp:revision>
  <dcterms:created xsi:type="dcterms:W3CDTF">2013-01-27T09:14:16Z</dcterms:created>
  <dcterms:modified xsi:type="dcterms:W3CDTF">2025-07-01T02:58:59Z</dcterms:modified>
  <cp:category/>
</cp:coreProperties>
</file>