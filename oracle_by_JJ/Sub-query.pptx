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B221B0E-011C-425F-A9A7-B6ECEF5E3ED2}" type="datetimeFigureOut">
              <a:rPr lang="en-US" smtClean="0"/>
              <a:pPr/>
              <a:t>7/26/2022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BB63960-51CC-4F3A-8896-8840EDFE2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752600"/>
            <a:ext cx="6477000" cy="1828800"/>
          </a:xfrm>
        </p:spPr>
        <p:txBody>
          <a:bodyPr>
            <a:normAutofit/>
          </a:bodyPr>
          <a:lstStyle/>
          <a:p>
            <a:pPr algn="ctr"/>
            <a:r>
              <a:rPr lang="en-US" sz="6000" dirty="0" smtClean="0"/>
              <a:t>Sub-query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</a:t>
            </a:r>
            <a:r>
              <a:rPr lang="en-US" dirty="0" err="1" smtClean="0"/>
              <a:t>subquery</a:t>
            </a:r>
            <a:r>
              <a:rPr lang="en-US" dirty="0" smtClean="0"/>
              <a:t> in SQL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 </a:t>
            </a:r>
            <a:r>
              <a:rPr lang="en-US" dirty="0" err="1" smtClean="0"/>
              <a:t>subquery</a:t>
            </a:r>
            <a:r>
              <a:rPr lang="en-US" dirty="0" smtClean="0"/>
              <a:t> is a SQL query nested inside a larger query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Syntax 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subquery</a:t>
            </a:r>
            <a:r>
              <a:rPr lang="en-US" dirty="0" smtClean="0"/>
              <a:t> (inner query) executes once before the main query (outer query) executes.</a:t>
            </a:r>
          </a:p>
          <a:p>
            <a:r>
              <a:rPr lang="en-US" dirty="0" smtClean="0"/>
              <a:t>The main query (outer query) use the </a:t>
            </a:r>
            <a:r>
              <a:rPr lang="en-US" dirty="0" err="1" smtClean="0"/>
              <a:t>subquery</a:t>
            </a:r>
            <a:r>
              <a:rPr lang="en-US" dirty="0" smtClean="0"/>
              <a:t> result.</a:t>
            </a:r>
          </a:p>
          <a:p>
            <a:endParaRPr lang="en-US" dirty="0"/>
          </a:p>
        </p:txBody>
      </p:sp>
      <p:pic>
        <p:nvPicPr>
          <p:cNvPr id="1026" name="Picture 2" descr="sql subquery synta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209799"/>
            <a:ext cx="5867400" cy="206445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sub-query answers the queries that have multiple parts</a:t>
            </a:r>
          </a:p>
          <a:p>
            <a:r>
              <a:rPr lang="en-US" dirty="0" smtClean="0"/>
              <a:t>The sub-query answers one part of the question and the parent query answers the other part.</a:t>
            </a:r>
          </a:p>
          <a:p>
            <a:r>
              <a:rPr lang="en-US" dirty="0" smtClean="0"/>
              <a:t>Types of sub-query</a:t>
            </a:r>
          </a:p>
          <a:p>
            <a:pPr lvl="1"/>
            <a:r>
              <a:rPr lang="en-US" dirty="0" smtClean="0"/>
              <a:t>Single row sub queries</a:t>
            </a:r>
          </a:p>
          <a:p>
            <a:pPr lvl="1"/>
            <a:r>
              <a:rPr lang="en-US" dirty="0" smtClean="0"/>
              <a:t>Multiple value sub queries</a:t>
            </a:r>
          </a:p>
          <a:p>
            <a:pPr lvl="1"/>
            <a:r>
              <a:rPr lang="en-US" dirty="0" smtClean="0"/>
              <a:t>Multiple column sub queries</a:t>
            </a:r>
          </a:p>
          <a:p>
            <a:pPr lvl="1"/>
            <a:r>
              <a:rPr lang="en-US" dirty="0" smtClean="0"/>
              <a:t>Multiple row sub queries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Single row sub query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It returns single value from a table.</a:t>
            </a:r>
          </a:p>
          <a:p>
            <a:endParaRPr lang="en-US" dirty="0" smtClean="0"/>
          </a:p>
          <a:p>
            <a:r>
              <a:rPr lang="en-US" dirty="0" smtClean="0"/>
              <a:t>Example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, </a:t>
            </a:r>
            <a:r>
              <a:rPr lang="en-US" dirty="0" err="1" smtClean="0"/>
              <a:t>sal</a:t>
            </a:r>
            <a:r>
              <a:rPr lang="en-US" dirty="0" smtClean="0"/>
              <a:t> from </a:t>
            </a:r>
            <a:r>
              <a:rPr lang="en-US" dirty="0" err="1" smtClean="0"/>
              <a:t>emp</a:t>
            </a:r>
            <a:endParaRPr lang="en-US" dirty="0" smtClean="0"/>
          </a:p>
          <a:p>
            <a:pPr lvl="1"/>
            <a:r>
              <a:rPr lang="en-US" dirty="0" smtClean="0"/>
              <a:t>Where </a:t>
            </a:r>
            <a:r>
              <a:rPr lang="en-US" dirty="0" err="1" smtClean="0"/>
              <a:t>sal</a:t>
            </a:r>
            <a:r>
              <a:rPr lang="en-US" dirty="0" smtClean="0"/>
              <a:t> = (select max(</a:t>
            </a:r>
            <a:r>
              <a:rPr lang="en-US" dirty="0" err="1" smtClean="0"/>
              <a:t>sal</a:t>
            </a:r>
            <a:r>
              <a:rPr lang="en-US" dirty="0" smtClean="0"/>
              <a:t>) from </a:t>
            </a:r>
            <a:r>
              <a:rPr lang="en-US" dirty="0" err="1" smtClean="0"/>
              <a:t>emp</a:t>
            </a:r>
            <a:r>
              <a:rPr lang="en-US" dirty="0" smtClean="0"/>
              <a:t>);</a:t>
            </a:r>
          </a:p>
          <a:p>
            <a:endParaRPr lang="en-US" dirty="0" smtClean="0"/>
          </a:p>
          <a:p>
            <a:r>
              <a:rPr lang="en-US" dirty="0" smtClean="0"/>
              <a:t>Output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ENAME             SAL</a:t>
            </a:r>
          </a:p>
          <a:p>
            <a:pPr lvl="1"/>
            <a:r>
              <a:rPr lang="en-US" dirty="0" smtClean="0"/>
              <a:t>---------- ----------</a:t>
            </a:r>
          </a:p>
          <a:p>
            <a:pPr lvl="1"/>
            <a:r>
              <a:rPr lang="en-US" dirty="0" smtClean="0"/>
              <a:t>KING             5000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Multiple value sub query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8385048" cy="47244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This returns more than one value to the parent query statement.</a:t>
            </a:r>
          </a:p>
          <a:p>
            <a:r>
              <a:rPr lang="en-US" dirty="0" smtClean="0"/>
              <a:t>IN operator is the most commonly used in multiple row sub query</a:t>
            </a:r>
          </a:p>
          <a:p>
            <a:endParaRPr lang="en-US" dirty="0" smtClean="0"/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, </a:t>
            </a:r>
            <a:r>
              <a:rPr lang="en-US" dirty="0" err="1" smtClean="0"/>
              <a:t>sal</a:t>
            </a:r>
            <a:r>
              <a:rPr lang="en-US" dirty="0" smtClean="0"/>
              <a:t>, job from </a:t>
            </a:r>
            <a:r>
              <a:rPr lang="en-US" dirty="0" err="1" smtClean="0"/>
              <a:t>emp</a:t>
            </a:r>
            <a:endParaRPr lang="en-US" dirty="0" smtClean="0"/>
          </a:p>
          <a:p>
            <a:pPr lvl="1"/>
            <a:r>
              <a:rPr lang="en-US" dirty="0" smtClean="0"/>
              <a:t>Where </a:t>
            </a:r>
            <a:r>
              <a:rPr lang="en-US" dirty="0" err="1" smtClean="0"/>
              <a:t>sal</a:t>
            </a:r>
            <a:r>
              <a:rPr lang="en-US" dirty="0" smtClean="0"/>
              <a:t> in(select max(</a:t>
            </a:r>
            <a:r>
              <a:rPr lang="en-US" dirty="0" err="1" smtClean="0"/>
              <a:t>sal</a:t>
            </a:r>
            <a:r>
              <a:rPr lang="en-US" dirty="0" smtClean="0"/>
              <a:t>) from </a:t>
            </a:r>
            <a:r>
              <a:rPr lang="en-US" dirty="0" err="1" smtClean="0"/>
              <a:t>emp</a:t>
            </a:r>
            <a:r>
              <a:rPr lang="en-US" dirty="0" smtClean="0"/>
              <a:t> group by job</a:t>
            </a:r>
            <a:r>
              <a:rPr lang="en-US" u="sng" dirty="0" smtClean="0"/>
              <a:t>);</a:t>
            </a:r>
            <a:endParaRPr lang="en-US" sz="3400" b="1" u="sng" dirty="0" smtClean="0"/>
          </a:p>
          <a:p>
            <a:r>
              <a:rPr lang="en-US" sz="3400" b="1" u="sng" dirty="0" smtClean="0"/>
              <a:t>Out put</a:t>
            </a:r>
          </a:p>
          <a:p>
            <a:r>
              <a:rPr lang="en-US" dirty="0" smtClean="0"/>
              <a:t>ENAME             SAL JOB</a:t>
            </a:r>
          </a:p>
          <a:p>
            <a:r>
              <a:rPr lang="en-US" dirty="0" smtClean="0"/>
              <a:t>---------- ---------- ---------</a:t>
            </a:r>
          </a:p>
          <a:p>
            <a:r>
              <a:rPr lang="en-US" dirty="0" smtClean="0"/>
              <a:t>MILLER           1300 CLERK</a:t>
            </a:r>
          </a:p>
          <a:p>
            <a:r>
              <a:rPr lang="en-US" dirty="0" smtClean="0"/>
              <a:t>ALLEN            1600 SALESMAN</a:t>
            </a:r>
          </a:p>
          <a:p>
            <a:r>
              <a:rPr lang="en-US" dirty="0" smtClean="0"/>
              <a:t>KING             5000 PRESIDENT</a:t>
            </a:r>
          </a:p>
          <a:p>
            <a:r>
              <a:rPr lang="en-US" dirty="0" smtClean="0"/>
              <a:t>JONES            2975 MANAGER</a:t>
            </a:r>
          </a:p>
          <a:p>
            <a:r>
              <a:rPr lang="en-US" dirty="0" smtClean="0"/>
              <a:t>FORD             3000 ANALYST</a:t>
            </a:r>
          </a:p>
          <a:p>
            <a:r>
              <a:rPr lang="en-US" dirty="0" smtClean="0"/>
              <a:t>SCOTT            3000 ANALYST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Multiple column sub-query: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537448" cy="4572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This returns values  more than one column in </a:t>
            </a:r>
            <a:r>
              <a:rPr lang="en-US" dirty="0" err="1" smtClean="0"/>
              <a:t>subquery</a:t>
            </a:r>
            <a:endParaRPr lang="en-US" dirty="0" smtClean="0"/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, </a:t>
            </a:r>
            <a:r>
              <a:rPr lang="en-US" dirty="0" err="1" smtClean="0"/>
              <a:t>sal</a:t>
            </a:r>
            <a:r>
              <a:rPr lang="en-US" dirty="0" smtClean="0"/>
              <a:t> , job from </a:t>
            </a:r>
            <a:r>
              <a:rPr lang="en-US" dirty="0" err="1" smtClean="0"/>
              <a:t>emp</a:t>
            </a:r>
            <a:endParaRPr lang="en-US" dirty="0" smtClean="0"/>
          </a:p>
          <a:p>
            <a:pPr lvl="1"/>
            <a:r>
              <a:rPr lang="en-US" dirty="0" smtClean="0"/>
              <a:t>Where (</a:t>
            </a:r>
            <a:r>
              <a:rPr lang="en-US" dirty="0" err="1" smtClean="0"/>
              <a:t>sal,job</a:t>
            </a:r>
            <a:r>
              <a:rPr lang="en-US" dirty="0" smtClean="0"/>
              <a:t>) in (select max(</a:t>
            </a:r>
            <a:r>
              <a:rPr lang="en-US" dirty="0" err="1" smtClean="0"/>
              <a:t>sal</a:t>
            </a:r>
            <a:r>
              <a:rPr lang="en-US" dirty="0" smtClean="0"/>
              <a:t>),job from </a:t>
            </a:r>
            <a:r>
              <a:rPr lang="en-US" dirty="0" err="1" smtClean="0"/>
              <a:t>emp</a:t>
            </a:r>
            <a:r>
              <a:rPr lang="en-US" dirty="0" smtClean="0"/>
              <a:t> group by job);</a:t>
            </a:r>
            <a:endParaRPr lang="en-US" sz="3400" b="1" u="sng" dirty="0" smtClean="0"/>
          </a:p>
          <a:p>
            <a:r>
              <a:rPr lang="en-US" sz="3400" b="1" u="sng" dirty="0" smtClean="0"/>
              <a:t>Output :</a:t>
            </a:r>
          </a:p>
          <a:p>
            <a:r>
              <a:rPr lang="en-US" sz="2300" dirty="0" smtClean="0"/>
              <a:t>ENAME             SAL JOB</a:t>
            </a:r>
          </a:p>
          <a:p>
            <a:r>
              <a:rPr lang="en-US" sz="2300" dirty="0" smtClean="0"/>
              <a:t>---------- ---------- ---------</a:t>
            </a:r>
          </a:p>
          <a:p>
            <a:r>
              <a:rPr lang="en-US" sz="2300" dirty="0" smtClean="0"/>
              <a:t>MILLER           1300 CLERK</a:t>
            </a:r>
          </a:p>
          <a:p>
            <a:r>
              <a:rPr lang="en-US" sz="2300" dirty="0" smtClean="0"/>
              <a:t>ALLEN            1600 SALESMAN</a:t>
            </a:r>
          </a:p>
          <a:p>
            <a:r>
              <a:rPr lang="en-US" sz="2300" dirty="0" smtClean="0"/>
              <a:t>KING             5000 PRESIDENT</a:t>
            </a:r>
          </a:p>
          <a:p>
            <a:r>
              <a:rPr lang="en-US" sz="2300" dirty="0" smtClean="0"/>
              <a:t>JONES            2975 MANAGER</a:t>
            </a:r>
          </a:p>
          <a:p>
            <a:r>
              <a:rPr lang="en-US" sz="2300" dirty="0" smtClean="0"/>
              <a:t>FORD             3000 ANALYST</a:t>
            </a:r>
          </a:p>
          <a:p>
            <a:r>
              <a:rPr lang="en-US" sz="2300" dirty="0" smtClean="0"/>
              <a:t>SCOTT            3000 ANALYST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Multiple row sub-query: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457200" y="2438400"/>
            <a:ext cx="5257800" cy="3810000"/>
          </a:xfrm>
        </p:spPr>
        <p:txBody>
          <a:bodyPr>
            <a:normAutofit/>
          </a:bodyPr>
          <a:lstStyle/>
          <a:p>
            <a:r>
              <a:rPr lang="en-US" dirty="0" smtClean="0"/>
              <a:t>This type of sub-query returns more than one row of result from the sub-query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, </a:t>
            </a:r>
            <a:r>
              <a:rPr lang="en-US" dirty="0" err="1" smtClean="0"/>
              <a:t>deptno</a:t>
            </a:r>
            <a:r>
              <a:rPr lang="en-US" dirty="0" smtClean="0"/>
              <a:t> from </a:t>
            </a:r>
            <a:r>
              <a:rPr lang="en-US" dirty="0" err="1" smtClean="0"/>
              <a:t>emp</a:t>
            </a:r>
            <a:endParaRPr lang="en-US" dirty="0" smtClean="0"/>
          </a:p>
          <a:p>
            <a:pPr lvl="1"/>
            <a:r>
              <a:rPr lang="en-US" dirty="0" smtClean="0"/>
              <a:t>Where </a:t>
            </a:r>
            <a:r>
              <a:rPr lang="en-US" dirty="0" err="1" smtClean="0"/>
              <a:t>deptno</a:t>
            </a:r>
            <a:r>
              <a:rPr lang="en-US" dirty="0" smtClean="0"/>
              <a:t> not in (select </a:t>
            </a:r>
            <a:r>
              <a:rPr lang="en-US" dirty="0" err="1" smtClean="0"/>
              <a:t>deptno</a:t>
            </a:r>
            <a:r>
              <a:rPr lang="en-US" dirty="0" smtClean="0"/>
              <a:t> 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ename</a:t>
            </a:r>
            <a:r>
              <a:rPr lang="en-US" dirty="0" smtClean="0"/>
              <a:t>=‘SCOTT’);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9800" y="2514600"/>
            <a:ext cx="2514600" cy="3581400"/>
          </a:xfrm>
        </p:spPr>
        <p:txBody>
          <a:bodyPr>
            <a:normAutofit fontScale="55000" lnSpcReduction="20000"/>
          </a:bodyPr>
          <a:lstStyle/>
          <a:p>
            <a:r>
              <a:rPr lang="en-US" sz="4400" b="1" u="sng" dirty="0" smtClean="0"/>
              <a:t>Output</a:t>
            </a:r>
            <a:endParaRPr lang="en-US" b="1" u="sng" dirty="0" smtClean="0"/>
          </a:p>
          <a:p>
            <a:r>
              <a:rPr lang="en-US" dirty="0" smtClean="0"/>
              <a:t>ENAME          DEPTNO</a:t>
            </a:r>
          </a:p>
          <a:p>
            <a:r>
              <a:rPr lang="en-US" dirty="0" smtClean="0"/>
              <a:t>---------- ----------</a:t>
            </a:r>
          </a:p>
          <a:p>
            <a:r>
              <a:rPr lang="en-US" dirty="0" smtClean="0"/>
              <a:t>ALLEN              30</a:t>
            </a:r>
          </a:p>
          <a:p>
            <a:r>
              <a:rPr lang="en-US" dirty="0" smtClean="0"/>
              <a:t>WARD               30</a:t>
            </a:r>
          </a:p>
          <a:p>
            <a:r>
              <a:rPr lang="en-US" dirty="0" smtClean="0"/>
              <a:t>MARTIN             30</a:t>
            </a:r>
          </a:p>
          <a:p>
            <a:r>
              <a:rPr lang="en-US" dirty="0" smtClean="0"/>
              <a:t>BLAKE              30</a:t>
            </a:r>
          </a:p>
          <a:p>
            <a:r>
              <a:rPr lang="en-US" dirty="0" smtClean="0"/>
              <a:t>CLARK              10</a:t>
            </a:r>
          </a:p>
          <a:p>
            <a:r>
              <a:rPr lang="en-US" dirty="0" smtClean="0"/>
              <a:t>KING               10</a:t>
            </a:r>
          </a:p>
          <a:p>
            <a:r>
              <a:rPr lang="en-US" dirty="0" smtClean="0"/>
              <a:t>TURNER             30</a:t>
            </a:r>
          </a:p>
          <a:p>
            <a:r>
              <a:rPr lang="en-US" dirty="0" smtClean="0"/>
              <a:t>JAMES              30</a:t>
            </a:r>
          </a:p>
          <a:p>
            <a:r>
              <a:rPr lang="en-US" dirty="0" smtClean="0"/>
              <a:t>MILLER             10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63</TotalTime>
  <Words>334</Words>
  <Application>Microsoft Office PowerPoint</Application>
  <PresentationFormat>On-screen Show (4:3)</PresentationFormat>
  <Paragraphs>76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Median</vt:lpstr>
      <vt:lpstr>Sub-query</vt:lpstr>
      <vt:lpstr>What is subquery in SQL?</vt:lpstr>
      <vt:lpstr>Slide 3</vt:lpstr>
      <vt:lpstr>Single row sub query :</vt:lpstr>
      <vt:lpstr>Multiple value sub query :</vt:lpstr>
      <vt:lpstr>Multiple column sub-query:</vt:lpstr>
      <vt:lpstr>Multiple row sub-query: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Sub-query</dc:title>
  <dc:creator>jj</dc:creator>
  <cp:lastModifiedBy>jjsir</cp:lastModifiedBy>
  <cp:revision>12</cp:revision>
  <dcterms:created xsi:type="dcterms:W3CDTF">2017-07-10T17:51:56Z</dcterms:created>
  <dcterms:modified xsi:type="dcterms:W3CDTF">2022-07-26T13:52:30Z</dcterms:modified>
</cp:coreProperties>
</file>