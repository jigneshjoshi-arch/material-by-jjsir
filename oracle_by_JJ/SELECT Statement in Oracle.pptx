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0C3B4E6-7AE4-45C3-AB67-2807577E8C44}" type="datetimeFigureOut">
              <a:rPr lang="en-US" smtClean="0"/>
              <a:t>6/19/2023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23445C44-D125-4506-9433-4D044714D750}"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0C3B4E6-7AE4-45C3-AB67-2807577E8C44}"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23445C44-D125-4506-9433-4D044714D750}"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50C3B4E6-7AE4-45C3-AB67-2807577E8C44}" type="datetimeFigureOut">
              <a:rPr lang="en-US" smtClean="0"/>
              <a:t>6/19/2023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23445C44-D125-4506-9433-4D044714D750}"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50C3B4E6-7AE4-45C3-AB67-2807577E8C44}" type="datetimeFigureOut">
              <a:rPr lang="en-US" smtClean="0"/>
              <a:t>6/19/2023</a:t>
            </a:fld>
            <a:endParaRPr lang="en-US"/>
          </a:p>
        </p:txBody>
      </p:sp>
      <p:sp>
        <p:nvSpPr>
          <p:cNvPr id="10" name="Slide Number Placeholder 9"/>
          <p:cNvSpPr>
            <a:spLocks noGrp="1"/>
          </p:cNvSpPr>
          <p:nvPr>
            <p:ph type="sldNum" sz="quarter" idx="16"/>
          </p:nvPr>
        </p:nvSpPr>
        <p:spPr/>
        <p:txBody>
          <a:bodyPr rtlCol="0"/>
          <a:lstStyle/>
          <a:p>
            <a:fld id="{23445C44-D125-4506-9433-4D044714D750}"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50C3B4E6-7AE4-45C3-AB67-2807577E8C44}" type="datetimeFigureOut">
              <a:rPr lang="en-US" smtClean="0"/>
              <a:t>6/19/2023</a:t>
            </a:fld>
            <a:endParaRPr lang="en-US"/>
          </a:p>
        </p:txBody>
      </p:sp>
      <p:sp>
        <p:nvSpPr>
          <p:cNvPr id="12" name="Slide Number Placeholder 11"/>
          <p:cNvSpPr>
            <a:spLocks noGrp="1"/>
          </p:cNvSpPr>
          <p:nvPr>
            <p:ph type="sldNum" sz="quarter" idx="16"/>
          </p:nvPr>
        </p:nvSpPr>
        <p:spPr/>
        <p:txBody>
          <a:bodyPr rtlCol="0"/>
          <a:lstStyle/>
          <a:p>
            <a:fld id="{23445C44-D125-4506-9433-4D044714D750}"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0C3B4E6-7AE4-45C3-AB67-2807577E8C44}" type="datetimeFigureOut">
              <a:rPr lang="en-US" smtClean="0"/>
              <a:t>6/19/2023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23445C44-D125-4506-9433-4D044714D75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3B4E6-7AE4-45C3-AB67-2807577E8C44}" type="datetimeFigureOut">
              <a:rPr lang="en-US" smtClean="0"/>
              <a:t>6/19/2023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23445C44-D125-4506-9433-4D044714D75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0C3B4E6-7AE4-45C3-AB67-2807577E8C44}" type="datetimeFigureOut">
              <a:rPr lang="en-US" smtClean="0"/>
              <a:t>6/19/2023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23445C44-D125-4506-9433-4D044714D750}"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50C3B4E6-7AE4-45C3-AB67-2807577E8C44}" type="datetimeFigureOut">
              <a:rPr lang="en-US" smtClean="0"/>
              <a:t>6/19/2023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23445C44-D125-4506-9433-4D044714D750}"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0C3B4E6-7AE4-45C3-AB67-2807577E8C44}"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445C44-D125-4506-9433-4D044714D75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50C3B4E6-7AE4-45C3-AB67-2807577E8C44}" type="datetimeFigureOut">
              <a:rPr lang="en-US" smtClean="0"/>
              <a:t>6/19/2023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23445C44-D125-4506-9433-4D044714D750}"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0C3B4E6-7AE4-45C3-AB67-2807577E8C44}" type="datetimeFigureOut">
              <a:rPr lang="en-US" smtClean="0"/>
              <a:t>6/19/2023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23445C44-D125-4506-9433-4D044714D75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1600200"/>
            <a:ext cx="6477000" cy="1828800"/>
          </a:xfrm>
        </p:spPr>
        <p:txBody>
          <a:bodyPr>
            <a:normAutofit/>
          </a:bodyPr>
          <a:lstStyle/>
          <a:p>
            <a:pPr algn="ctr"/>
            <a:r>
              <a:rPr lang="en-US" dirty="0" smtClean="0"/>
              <a:t>SELECT Statement in </a:t>
            </a:r>
            <a:r>
              <a:rPr lang="en-US" dirty="0" smtClean="0"/>
              <a:t>Oracle</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the SELECT statement</a:t>
            </a:r>
            <a:r>
              <a:rPr lang="en-US" dirty="0" smtClean="0"/>
              <a:t>?</a:t>
            </a:r>
            <a:endParaRPr lang="en-US" dirty="0"/>
          </a:p>
        </p:txBody>
      </p:sp>
      <p:sp>
        <p:nvSpPr>
          <p:cNvPr id="3" name="Content Placeholder 2"/>
          <p:cNvSpPr>
            <a:spLocks noGrp="1"/>
          </p:cNvSpPr>
          <p:nvPr>
            <p:ph sz="quarter" idx="1"/>
          </p:nvPr>
        </p:nvSpPr>
        <p:spPr/>
        <p:txBody>
          <a:bodyPr>
            <a:normAutofit/>
          </a:bodyPr>
          <a:lstStyle/>
          <a:p>
            <a:r>
              <a:rPr lang="en-US" dirty="0" smtClean="0"/>
              <a:t>The SELECT statement is a SQL statement that is used to retrieve data from a database. </a:t>
            </a:r>
            <a:r>
              <a:rPr lang="en-US" dirty="0" smtClean="0"/>
              <a:t>It </a:t>
            </a:r>
            <a:r>
              <a:rPr lang="en-US" dirty="0" smtClean="0"/>
              <a:t>is one of the most commonly used SQL </a:t>
            </a:r>
            <a:r>
              <a:rPr lang="en-US" dirty="0" smtClean="0"/>
              <a:t>statement</a:t>
            </a:r>
            <a:endParaRPr lang="en-US" dirty="0" smtClean="0"/>
          </a:p>
          <a:p>
            <a:r>
              <a:rPr lang="en-US" dirty="0" smtClean="0"/>
              <a:t>The syntax for a SELECT statement is as follows:</a:t>
            </a:r>
          </a:p>
          <a:p>
            <a:pPr lvl="1"/>
            <a:r>
              <a:rPr lang="en-US" dirty="0" smtClean="0"/>
              <a:t>SELECT </a:t>
            </a:r>
            <a:r>
              <a:rPr lang="en-US" dirty="0" err="1" smtClean="0"/>
              <a:t>column_list</a:t>
            </a:r>
            <a:r>
              <a:rPr lang="en-US" dirty="0" smtClean="0"/>
              <a:t> FROM </a:t>
            </a:r>
            <a:r>
              <a:rPr lang="en-US" dirty="0" err="1" smtClean="0"/>
              <a:t>table_name</a:t>
            </a:r>
            <a:r>
              <a:rPr lang="en-US" dirty="0" smtClean="0"/>
              <a:t> </a:t>
            </a:r>
            <a:endParaRPr lang="en-US" dirty="0" smtClean="0"/>
          </a:p>
          <a:p>
            <a:pPr lvl="1"/>
            <a:r>
              <a:rPr lang="en-US" dirty="0" smtClean="0"/>
              <a:t>[</a:t>
            </a:r>
            <a:r>
              <a:rPr lang="en-US" dirty="0" smtClean="0"/>
              <a:t>WHERE condition] </a:t>
            </a:r>
            <a:endParaRPr lang="en-US" dirty="0" smtClean="0"/>
          </a:p>
          <a:p>
            <a:pPr lvl="1"/>
            <a:r>
              <a:rPr lang="en-US" dirty="0" smtClean="0"/>
              <a:t>[</a:t>
            </a:r>
            <a:r>
              <a:rPr lang="en-US" dirty="0" smtClean="0"/>
              <a:t>ORDER BY </a:t>
            </a:r>
            <a:r>
              <a:rPr lang="en-US" dirty="0" err="1" smtClean="0"/>
              <a:t>column_name</a:t>
            </a:r>
            <a:r>
              <a:rPr lang="en-US" dirty="0" smtClean="0"/>
              <a:t>] </a:t>
            </a:r>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10000"/>
          </a:bodyPr>
          <a:lstStyle/>
          <a:p>
            <a:r>
              <a:rPr lang="en-US" b="1" dirty="0" smtClean="0"/>
              <a:t>Column list</a:t>
            </a:r>
          </a:p>
          <a:p>
            <a:r>
              <a:rPr lang="en-US" dirty="0" smtClean="0"/>
              <a:t>The </a:t>
            </a:r>
            <a:r>
              <a:rPr lang="en-US" dirty="0" err="1" smtClean="0"/>
              <a:t>column_list</a:t>
            </a:r>
            <a:r>
              <a:rPr lang="en-US" dirty="0" smtClean="0"/>
              <a:t> specifies the columns that you want to retrieve from the table. The * in the </a:t>
            </a:r>
            <a:r>
              <a:rPr lang="en-US" dirty="0" err="1" smtClean="0"/>
              <a:t>column_list</a:t>
            </a:r>
            <a:r>
              <a:rPr lang="en-US" dirty="0" smtClean="0"/>
              <a:t> indicates that all of the columns from the table should be retrieved.</a:t>
            </a:r>
          </a:p>
          <a:p>
            <a:r>
              <a:rPr lang="en-US" b="1" dirty="0" smtClean="0"/>
              <a:t>Table name</a:t>
            </a:r>
          </a:p>
          <a:p>
            <a:r>
              <a:rPr lang="en-US" dirty="0" smtClean="0"/>
              <a:t>The </a:t>
            </a:r>
            <a:r>
              <a:rPr lang="en-US" dirty="0" err="1" smtClean="0"/>
              <a:t>table_name</a:t>
            </a:r>
            <a:r>
              <a:rPr lang="en-US" dirty="0" smtClean="0"/>
              <a:t> specifies the name of the table that you want to retrieve data from.</a:t>
            </a:r>
          </a:p>
          <a:p>
            <a:r>
              <a:rPr lang="en-US" b="1" dirty="0" smtClean="0"/>
              <a:t>WHERE condition</a:t>
            </a:r>
          </a:p>
          <a:p>
            <a:r>
              <a:rPr lang="en-US" dirty="0" smtClean="0"/>
              <a:t>The WHERE clause is used to filter the rows that are returned. The condition can be a simple comparison, such as country = 'USA', or it can be a more complex expression.</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b="1" dirty="0" smtClean="0"/>
              <a:t>ORDER BY clause</a:t>
            </a:r>
          </a:p>
          <a:p>
            <a:r>
              <a:rPr lang="en-US" dirty="0" smtClean="0"/>
              <a:t>The ORDER BY clause is used to sort the rows that are returned. The column name that you specify in the ORDER BY clause determines the sort order. The default sort order is ascending, but you can also specify descending order by adding the DESC keyword after the column name.</a:t>
            </a:r>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16</TotalTime>
  <Words>207</Words>
  <Application>Microsoft Office PowerPoint</Application>
  <PresentationFormat>On-screen Show (4:3)</PresentationFormat>
  <Paragraphs>15</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Median</vt:lpstr>
      <vt:lpstr>SELECT Statement in Oracle</vt:lpstr>
      <vt:lpstr>What is the SELECT statement?</vt:lpstr>
      <vt:lpstr>Slide 3</vt:lpstr>
      <vt:lpstr>Slide 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 Statement in Oracle</dc:title>
  <dc:creator>jjsir</dc:creator>
  <cp:lastModifiedBy>jjsir</cp:lastModifiedBy>
  <cp:revision>12</cp:revision>
  <dcterms:created xsi:type="dcterms:W3CDTF">2023-06-19T16:24:46Z</dcterms:created>
  <dcterms:modified xsi:type="dcterms:W3CDTF">2023-06-19T16:41:14Z</dcterms:modified>
</cp:coreProperties>
</file>