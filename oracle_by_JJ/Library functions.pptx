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C4CCBA84-0C6E-4A1B-AF20-61A2100B5DFF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5B357F-2C4C-4B45-AC4B-6665AE86B4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CBA84-0C6E-4A1B-AF20-61A2100B5DFF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45B357F-2C4C-4B45-AC4B-6665AE86B4A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CBA84-0C6E-4A1B-AF20-61A2100B5DFF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45B357F-2C4C-4B45-AC4B-6665AE86B4A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4CCBA84-0C6E-4A1B-AF20-61A2100B5DFF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45B357F-2C4C-4B45-AC4B-6665AE86B4A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4CCBA84-0C6E-4A1B-AF20-61A2100B5DFF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45B357F-2C4C-4B45-AC4B-6665AE86B4A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CBA84-0C6E-4A1B-AF20-61A2100B5DFF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45B357F-2C4C-4B45-AC4B-6665AE86B4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CBA84-0C6E-4A1B-AF20-61A2100B5DFF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5B357F-2C4C-4B45-AC4B-6665AE86B4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CBA84-0C6E-4A1B-AF20-61A2100B5DFF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45B357F-2C4C-4B45-AC4B-6665AE86B4A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C4CCBA84-0C6E-4A1B-AF20-61A2100B5DFF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45B357F-2C4C-4B45-AC4B-6665AE86B4A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CBA84-0C6E-4A1B-AF20-61A2100B5DFF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B357F-2C4C-4B45-AC4B-6665AE86B4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C4CCBA84-0C6E-4A1B-AF20-61A2100B5DFF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45B357F-2C4C-4B45-AC4B-6665AE86B4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4CCBA84-0C6E-4A1B-AF20-61A2100B5DFF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45B357F-2C4C-4B45-AC4B-6665AE86B4A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81200"/>
            <a:ext cx="6477000" cy="1066800"/>
          </a:xfrm>
        </p:spPr>
        <p:txBody>
          <a:bodyPr>
            <a:normAutofit/>
          </a:bodyPr>
          <a:lstStyle/>
          <a:p>
            <a:r>
              <a:rPr lang="en-US" sz="4800" dirty="0" smtClean="0"/>
              <a:t>Library functions :-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AVG : returns average value from table</a:t>
            </a:r>
          </a:p>
          <a:p>
            <a:pPr lvl="1"/>
            <a:r>
              <a:rPr lang="en-US" dirty="0" smtClean="0"/>
              <a:t>Select </a:t>
            </a:r>
            <a:r>
              <a:rPr lang="en-US" dirty="0" err="1" smtClean="0"/>
              <a:t>avg</a:t>
            </a:r>
            <a:r>
              <a:rPr lang="en-US" dirty="0" smtClean="0"/>
              <a:t>(</a:t>
            </a:r>
            <a:r>
              <a:rPr lang="en-US" dirty="0" err="1" smtClean="0"/>
              <a:t>sal</a:t>
            </a:r>
            <a:r>
              <a:rPr lang="en-US" dirty="0" smtClean="0"/>
              <a:t>) from </a:t>
            </a:r>
            <a:r>
              <a:rPr lang="en-US" dirty="0" err="1" smtClean="0"/>
              <a:t>emp</a:t>
            </a:r>
            <a:endParaRPr lang="en-US" dirty="0" smtClean="0"/>
          </a:p>
          <a:p>
            <a:r>
              <a:rPr lang="en-US" dirty="0" smtClean="0"/>
              <a:t>MIN : returns minimum value from table</a:t>
            </a:r>
          </a:p>
          <a:p>
            <a:pPr lvl="1"/>
            <a:r>
              <a:rPr lang="en-US" dirty="0" smtClean="0"/>
              <a:t>Select min(</a:t>
            </a:r>
            <a:r>
              <a:rPr lang="en-US" dirty="0" err="1" smtClean="0"/>
              <a:t>sal</a:t>
            </a:r>
            <a:r>
              <a:rPr lang="en-US" dirty="0" smtClean="0"/>
              <a:t>) from </a:t>
            </a:r>
            <a:r>
              <a:rPr lang="en-US" dirty="0" err="1" smtClean="0"/>
              <a:t>emp</a:t>
            </a:r>
            <a:endParaRPr lang="en-US" dirty="0" smtClean="0"/>
          </a:p>
          <a:p>
            <a:r>
              <a:rPr lang="en-US" dirty="0" smtClean="0"/>
              <a:t>MAX : returns maximum value from table</a:t>
            </a:r>
          </a:p>
          <a:p>
            <a:pPr lvl="1"/>
            <a:r>
              <a:rPr lang="en-US" dirty="0" smtClean="0"/>
              <a:t>Select max(</a:t>
            </a:r>
            <a:r>
              <a:rPr lang="en-US" dirty="0" err="1" smtClean="0"/>
              <a:t>sal</a:t>
            </a:r>
            <a:r>
              <a:rPr lang="en-US" dirty="0" smtClean="0"/>
              <a:t>) from </a:t>
            </a:r>
            <a:r>
              <a:rPr lang="en-US" dirty="0" err="1" smtClean="0"/>
              <a:t>emp</a:t>
            </a:r>
            <a:endParaRPr lang="en-US" dirty="0" smtClean="0"/>
          </a:p>
          <a:p>
            <a:r>
              <a:rPr lang="en-US" dirty="0" smtClean="0"/>
              <a:t>SUM : return sum value</a:t>
            </a:r>
          </a:p>
          <a:p>
            <a:pPr lvl="1"/>
            <a:r>
              <a:rPr lang="en-US" dirty="0" smtClean="0"/>
              <a:t>Select sum(</a:t>
            </a:r>
            <a:r>
              <a:rPr lang="en-US" dirty="0" err="1" smtClean="0"/>
              <a:t>sal</a:t>
            </a:r>
            <a:r>
              <a:rPr lang="en-US" dirty="0" smtClean="0"/>
              <a:t>) from </a:t>
            </a:r>
            <a:r>
              <a:rPr lang="en-US" dirty="0" err="1" smtClean="0"/>
              <a:t>emp</a:t>
            </a:r>
            <a:endParaRPr lang="en-US" dirty="0" smtClean="0"/>
          </a:p>
          <a:p>
            <a:r>
              <a:rPr lang="en-US" dirty="0" smtClean="0"/>
              <a:t>ABS : returns absolute value</a:t>
            </a:r>
          </a:p>
          <a:p>
            <a:pPr lvl="1"/>
            <a:r>
              <a:rPr lang="en-US" dirty="0" smtClean="0"/>
              <a:t>Select abs(-12) from dual;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Power : return power of given value</a:t>
            </a:r>
          </a:p>
          <a:p>
            <a:pPr lvl="1"/>
            <a:r>
              <a:rPr lang="en-US" dirty="0" smtClean="0"/>
              <a:t>Select power(2,3) from dual</a:t>
            </a:r>
          </a:p>
          <a:p>
            <a:r>
              <a:rPr lang="en-US" dirty="0" smtClean="0"/>
              <a:t>Round : return rounded value</a:t>
            </a:r>
          </a:p>
          <a:p>
            <a:pPr lvl="1"/>
            <a:r>
              <a:rPr lang="en-US" dirty="0" smtClean="0"/>
              <a:t>Select round(12.3273,2) from dual;</a:t>
            </a:r>
          </a:p>
          <a:p>
            <a:r>
              <a:rPr lang="en-US" dirty="0" err="1" smtClean="0"/>
              <a:t>Sqrt</a:t>
            </a:r>
            <a:r>
              <a:rPr lang="en-US" dirty="0" smtClean="0"/>
              <a:t> : returns square root value</a:t>
            </a:r>
          </a:p>
          <a:p>
            <a:pPr lvl="1"/>
            <a:r>
              <a:rPr lang="en-US" dirty="0" smtClean="0"/>
              <a:t>Select </a:t>
            </a:r>
            <a:r>
              <a:rPr lang="en-US" dirty="0" err="1" smtClean="0"/>
              <a:t>sqrt</a:t>
            </a:r>
            <a:r>
              <a:rPr lang="en-US" dirty="0" smtClean="0"/>
              <a:t>(100) from dual</a:t>
            </a:r>
          </a:p>
          <a:p>
            <a:r>
              <a:rPr lang="en-US" dirty="0" smtClean="0"/>
              <a:t>Greatest : returns the biggest value out of list of  nos.</a:t>
            </a:r>
          </a:p>
          <a:p>
            <a:pPr lvl="1"/>
            <a:r>
              <a:rPr lang="en-US" dirty="0" smtClean="0"/>
              <a:t>Select greatest(10,20,30) from dual;</a:t>
            </a:r>
          </a:p>
          <a:p>
            <a:r>
              <a:rPr lang="en-US" dirty="0" smtClean="0"/>
              <a:t>Least : returns smallest value out of list of nos.</a:t>
            </a:r>
          </a:p>
          <a:p>
            <a:pPr lvl="1"/>
            <a:r>
              <a:rPr lang="en-US" dirty="0" smtClean="0"/>
              <a:t>Select least(10,20,30) from dual;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Mod : returns reminder after dividing 1</a:t>
            </a:r>
            <a:r>
              <a:rPr lang="en-US" baseline="30000" dirty="0" smtClean="0"/>
              <a:t>st</a:t>
            </a:r>
            <a:r>
              <a:rPr lang="en-US" dirty="0" smtClean="0"/>
              <a:t> no. from 2nd no.</a:t>
            </a:r>
          </a:p>
          <a:p>
            <a:pPr lvl="1"/>
            <a:r>
              <a:rPr lang="en-US" dirty="0" smtClean="0"/>
              <a:t>Select mod(20,8) from dual;</a:t>
            </a:r>
          </a:p>
          <a:p>
            <a:r>
              <a:rPr lang="en-US" dirty="0" err="1" smtClean="0"/>
              <a:t>Trunc</a:t>
            </a:r>
            <a:r>
              <a:rPr lang="en-US" dirty="0" smtClean="0"/>
              <a:t> : truncates </a:t>
            </a:r>
            <a:r>
              <a:rPr lang="en-US" dirty="0" smtClean="0"/>
              <a:t>number </a:t>
            </a:r>
            <a:r>
              <a:rPr lang="en-US" dirty="0" smtClean="0"/>
              <a:t>for specified </a:t>
            </a:r>
            <a:r>
              <a:rPr lang="en-US" dirty="0" smtClean="0"/>
              <a:t>number</a:t>
            </a:r>
            <a:r>
              <a:rPr lang="en-US" dirty="0" smtClean="0"/>
              <a:t> </a:t>
            </a:r>
            <a:r>
              <a:rPr lang="en-US" dirty="0" smtClean="0"/>
              <a:t>of decimal place and ignore math rule.</a:t>
            </a:r>
          </a:p>
          <a:p>
            <a:pPr lvl="1"/>
            <a:r>
              <a:rPr lang="en-US" dirty="0" smtClean="0"/>
              <a:t>Select </a:t>
            </a:r>
            <a:r>
              <a:rPr lang="en-US" dirty="0" err="1" smtClean="0"/>
              <a:t>trunc</a:t>
            </a:r>
            <a:r>
              <a:rPr lang="en-US" dirty="0" smtClean="0"/>
              <a:t>(12.3489,2) from dual;</a:t>
            </a:r>
          </a:p>
          <a:p>
            <a:r>
              <a:rPr lang="en-US" dirty="0" smtClean="0"/>
              <a:t>Floor : returns rounded nearest value of given number</a:t>
            </a:r>
          </a:p>
          <a:p>
            <a:pPr lvl="1"/>
            <a:r>
              <a:rPr lang="en-US" dirty="0" smtClean="0"/>
              <a:t>Select floor(12.55) from dual</a:t>
            </a:r>
          </a:p>
          <a:p>
            <a:pPr lvl="1"/>
            <a:r>
              <a:rPr lang="en-US" dirty="0" smtClean="0"/>
              <a:t>Output :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Ceil : returns nearest big value of the given number</a:t>
            </a:r>
          </a:p>
          <a:p>
            <a:pPr lvl="1"/>
            <a:r>
              <a:rPr lang="en-US" dirty="0" smtClean="0"/>
              <a:t>Select ceil(21.55) from dual</a:t>
            </a:r>
          </a:p>
          <a:p>
            <a:pPr lvl="1"/>
            <a:r>
              <a:rPr lang="en-US" dirty="0" smtClean="0"/>
              <a:t>Output </a:t>
            </a:r>
            <a:r>
              <a:rPr lang="en-US" smtClean="0"/>
              <a:t>: 22</a:t>
            </a:r>
            <a:endParaRPr lang="en-US" dirty="0" smtClean="0"/>
          </a:p>
          <a:p>
            <a:r>
              <a:rPr lang="en-US" dirty="0" smtClean="0"/>
              <a:t>Lower : converts all capitals into small</a:t>
            </a:r>
          </a:p>
          <a:p>
            <a:r>
              <a:rPr lang="en-US" dirty="0" smtClean="0"/>
              <a:t>Upper : converts all small into capital</a:t>
            </a:r>
          </a:p>
          <a:p>
            <a:r>
              <a:rPr lang="en-US" dirty="0" err="1" smtClean="0"/>
              <a:t>Initcap</a:t>
            </a:r>
            <a:r>
              <a:rPr lang="en-US" dirty="0" smtClean="0"/>
              <a:t> : converts first character of all words into capital and remaining into small</a:t>
            </a:r>
          </a:p>
          <a:p>
            <a:pPr lvl="1"/>
            <a:r>
              <a:rPr lang="en-US" dirty="0" smtClean="0"/>
              <a:t>Select </a:t>
            </a:r>
            <a:r>
              <a:rPr lang="en-US" dirty="0" err="1" smtClean="0"/>
              <a:t>initcap</a:t>
            </a:r>
            <a:r>
              <a:rPr lang="en-US" dirty="0" smtClean="0"/>
              <a:t>(‘welcome to </a:t>
            </a:r>
            <a:r>
              <a:rPr lang="en-US" dirty="0" err="1" smtClean="0"/>
              <a:t>hjd</a:t>
            </a:r>
            <a:r>
              <a:rPr lang="en-US" dirty="0" smtClean="0"/>
              <a:t> college’) from dual;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Substr</a:t>
            </a:r>
            <a:r>
              <a:rPr lang="en-US" dirty="0" smtClean="0"/>
              <a:t> : returns part of string</a:t>
            </a:r>
          </a:p>
          <a:p>
            <a:pPr lvl="1"/>
            <a:r>
              <a:rPr lang="en-US" dirty="0" smtClean="0"/>
              <a:t>Select </a:t>
            </a:r>
            <a:r>
              <a:rPr lang="en-US" dirty="0" err="1" smtClean="0"/>
              <a:t>substr</a:t>
            </a:r>
            <a:r>
              <a:rPr lang="en-US" dirty="0" smtClean="0"/>
              <a:t>(‘hello india’,3,3) from dual;</a:t>
            </a:r>
          </a:p>
          <a:p>
            <a:r>
              <a:rPr lang="en-US" dirty="0" err="1" smtClean="0"/>
              <a:t>Ascii</a:t>
            </a:r>
            <a:r>
              <a:rPr lang="en-US" dirty="0" smtClean="0"/>
              <a:t> : returns </a:t>
            </a:r>
            <a:r>
              <a:rPr lang="en-US" dirty="0" err="1" smtClean="0"/>
              <a:t>ascii</a:t>
            </a:r>
            <a:r>
              <a:rPr lang="en-US" dirty="0" smtClean="0"/>
              <a:t> code of first character of string</a:t>
            </a:r>
          </a:p>
          <a:p>
            <a:pPr lvl="1"/>
            <a:r>
              <a:rPr lang="en-US" dirty="0" smtClean="0"/>
              <a:t>Select </a:t>
            </a:r>
            <a:r>
              <a:rPr lang="en-US" dirty="0" err="1" smtClean="0"/>
              <a:t>ascii</a:t>
            </a:r>
            <a:r>
              <a:rPr lang="en-US" dirty="0" smtClean="0"/>
              <a:t>(‘oracle’) from dual</a:t>
            </a:r>
          </a:p>
          <a:p>
            <a:r>
              <a:rPr lang="en-US" dirty="0" err="1" smtClean="0"/>
              <a:t>Instr</a:t>
            </a:r>
            <a:r>
              <a:rPr lang="en-US" dirty="0" smtClean="0"/>
              <a:t> : finds the position of one string into another</a:t>
            </a:r>
          </a:p>
          <a:p>
            <a:pPr lvl="1"/>
            <a:r>
              <a:rPr lang="en-US" dirty="0" smtClean="0"/>
              <a:t>Select </a:t>
            </a:r>
            <a:r>
              <a:rPr lang="en-US" dirty="0" err="1" smtClean="0"/>
              <a:t>instr</a:t>
            </a:r>
            <a:r>
              <a:rPr lang="en-US" dirty="0" smtClean="0"/>
              <a:t>(‘I like </a:t>
            </a:r>
            <a:r>
              <a:rPr lang="en-US" dirty="0" err="1" smtClean="0"/>
              <a:t>oracle’,’oracle</a:t>
            </a:r>
            <a:r>
              <a:rPr lang="en-US" dirty="0" smtClean="0"/>
              <a:t>’) from dual;</a:t>
            </a:r>
          </a:p>
          <a:p>
            <a:r>
              <a:rPr lang="en-US" dirty="0" smtClean="0"/>
              <a:t>Translate  : replace character in string with another</a:t>
            </a:r>
          </a:p>
          <a:p>
            <a:pPr lvl="1"/>
            <a:r>
              <a:rPr lang="en-US" dirty="0" smtClean="0"/>
              <a:t>Select translate(‘I am </a:t>
            </a:r>
            <a:r>
              <a:rPr lang="en-US" dirty="0" err="1" smtClean="0"/>
              <a:t>back’,’abc’,’xyz</a:t>
            </a:r>
            <a:r>
              <a:rPr lang="en-US" dirty="0" smtClean="0"/>
              <a:t>’) from dual;</a:t>
            </a:r>
          </a:p>
          <a:p>
            <a:r>
              <a:rPr lang="en-US" dirty="0" smtClean="0"/>
              <a:t>Length : returns length of string</a:t>
            </a:r>
          </a:p>
          <a:p>
            <a:pPr lvl="1"/>
            <a:r>
              <a:rPr lang="en-US" dirty="0" smtClean="0"/>
              <a:t>Select length(‘</a:t>
            </a:r>
            <a:r>
              <a:rPr lang="en-US" dirty="0" err="1" smtClean="0"/>
              <a:t>hellow</a:t>
            </a:r>
            <a:r>
              <a:rPr lang="en-US" dirty="0" smtClean="0"/>
              <a:t> world’) from dual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 smtClean="0"/>
              <a:t>Ltrim</a:t>
            </a:r>
            <a:r>
              <a:rPr lang="en-US" dirty="0" smtClean="0"/>
              <a:t> :</a:t>
            </a:r>
          </a:p>
          <a:p>
            <a:pPr lvl="1"/>
            <a:r>
              <a:rPr lang="en-US" dirty="0" smtClean="0"/>
              <a:t>All the characters are removed from left side as long as they appear in given set</a:t>
            </a:r>
          </a:p>
          <a:p>
            <a:pPr lvl="1"/>
            <a:r>
              <a:rPr lang="en-US" dirty="0" smtClean="0"/>
              <a:t>Select </a:t>
            </a:r>
            <a:r>
              <a:rPr lang="en-US" dirty="0" err="1" smtClean="0"/>
              <a:t>ltrim</a:t>
            </a:r>
            <a:r>
              <a:rPr lang="en-US" dirty="0" smtClean="0"/>
              <a:t>(‘I like </a:t>
            </a:r>
            <a:r>
              <a:rPr lang="en-US" dirty="0" err="1" smtClean="0"/>
              <a:t>India’,’I</a:t>
            </a:r>
            <a:r>
              <a:rPr lang="en-US" dirty="0" smtClean="0"/>
              <a:t> </a:t>
            </a:r>
            <a:r>
              <a:rPr lang="en-US" dirty="0" err="1" smtClean="0"/>
              <a:t>li</a:t>
            </a:r>
            <a:r>
              <a:rPr lang="en-US" dirty="0" smtClean="0"/>
              <a:t>’) from dual</a:t>
            </a:r>
          </a:p>
          <a:p>
            <a:r>
              <a:rPr lang="en-US" dirty="0" err="1" smtClean="0"/>
              <a:t>Rtrim</a:t>
            </a:r>
            <a:r>
              <a:rPr lang="en-US" dirty="0" smtClean="0"/>
              <a:t> :</a:t>
            </a:r>
          </a:p>
          <a:p>
            <a:pPr lvl="1"/>
            <a:r>
              <a:rPr lang="en-US" dirty="0" smtClean="0"/>
              <a:t>All the characters are removed from right side as long as they appear in given set</a:t>
            </a:r>
          </a:p>
          <a:p>
            <a:pPr lvl="1"/>
            <a:r>
              <a:rPr lang="en-US" dirty="0" smtClean="0"/>
              <a:t>Select </a:t>
            </a:r>
            <a:r>
              <a:rPr lang="en-US" dirty="0" err="1" smtClean="0"/>
              <a:t>ltrim</a:t>
            </a:r>
            <a:r>
              <a:rPr lang="en-US" dirty="0" smtClean="0"/>
              <a:t>(‘I like </a:t>
            </a:r>
            <a:r>
              <a:rPr lang="en-US" dirty="0" err="1" smtClean="0"/>
              <a:t>India’,’India</a:t>
            </a:r>
            <a:r>
              <a:rPr lang="en-US" dirty="0" smtClean="0"/>
              <a:t>’) from dual</a:t>
            </a:r>
          </a:p>
          <a:p>
            <a:r>
              <a:rPr lang="en-US" dirty="0" err="1" smtClean="0"/>
              <a:t>Lpad</a:t>
            </a:r>
            <a:r>
              <a:rPr lang="en-US" dirty="0" smtClean="0"/>
              <a:t> :</a:t>
            </a:r>
          </a:p>
          <a:p>
            <a:pPr lvl="1"/>
            <a:r>
              <a:rPr lang="en-US" dirty="0" smtClean="0"/>
              <a:t>Fills specified chars on left side of string</a:t>
            </a:r>
          </a:p>
          <a:p>
            <a:pPr lvl="1"/>
            <a:r>
              <a:rPr lang="en-US" dirty="0" smtClean="0"/>
              <a:t>Select </a:t>
            </a:r>
            <a:r>
              <a:rPr lang="en-US" dirty="0" err="1" smtClean="0"/>
              <a:t>lpad</a:t>
            </a:r>
            <a:r>
              <a:rPr lang="en-US" dirty="0" smtClean="0"/>
              <a:t>(‘hello’,10,’*’) from dual;</a:t>
            </a:r>
          </a:p>
          <a:p>
            <a:r>
              <a:rPr lang="en-US" dirty="0" err="1" smtClean="0"/>
              <a:t>Rpad</a:t>
            </a:r>
            <a:r>
              <a:rPr lang="en-US" dirty="0" smtClean="0"/>
              <a:t> :</a:t>
            </a:r>
          </a:p>
          <a:p>
            <a:pPr lvl="1"/>
            <a:r>
              <a:rPr lang="en-US" dirty="0" smtClean="0"/>
              <a:t>Fills specified chars on right side of string</a:t>
            </a:r>
          </a:p>
          <a:p>
            <a:pPr lvl="1"/>
            <a:r>
              <a:rPr lang="en-US" dirty="0" smtClean="0"/>
              <a:t>Select </a:t>
            </a:r>
            <a:r>
              <a:rPr lang="en-US" dirty="0" err="1" smtClean="0"/>
              <a:t>rpad</a:t>
            </a:r>
            <a:r>
              <a:rPr lang="en-US" dirty="0" smtClean="0"/>
              <a:t>(‘hello’,10,’*’) from dual;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Date functions: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Add months</a:t>
            </a:r>
          </a:p>
          <a:p>
            <a:pPr lvl="1"/>
            <a:r>
              <a:rPr lang="en-US" dirty="0" smtClean="0"/>
              <a:t>ADD_MONTHS(x, y) returns the result of adding y months to x. If y is negative, then y months are subtracted from x.</a:t>
            </a:r>
          </a:p>
          <a:p>
            <a:pPr lvl="1"/>
            <a:r>
              <a:rPr lang="en-US" u="sng" dirty="0" smtClean="0"/>
              <a:t>Example :-</a:t>
            </a:r>
          </a:p>
          <a:p>
            <a:pPr lvl="1"/>
            <a:r>
              <a:rPr lang="en-US" dirty="0" smtClean="0"/>
              <a:t>Adding 13 months:</a:t>
            </a:r>
          </a:p>
          <a:p>
            <a:pPr lvl="1"/>
            <a:r>
              <a:rPr lang="en-US" dirty="0" smtClean="0"/>
              <a:t>SQL&gt; </a:t>
            </a:r>
            <a:r>
              <a:rPr lang="en-US" b="1" dirty="0" smtClean="0"/>
              <a:t>SELECT</a:t>
            </a:r>
            <a:r>
              <a:rPr lang="en-US" dirty="0" smtClean="0"/>
              <a:t> ADD_MONTHS('01-JAN-2012', 13) </a:t>
            </a:r>
            <a:r>
              <a:rPr lang="en-US" b="1" dirty="0" smtClean="0"/>
              <a:t>FROM</a:t>
            </a:r>
            <a:r>
              <a:rPr lang="en-US" dirty="0" smtClean="0"/>
              <a:t> dual; </a:t>
            </a:r>
          </a:p>
          <a:p>
            <a:pPr lvl="1"/>
            <a:r>
              <a:rPr lang="en-US" dirty="0" smtClean="0"/>
              <a:t>ADD_MONTH </a:t>
            </a:r>
          </a:p>
          <a:p>
            <a:pPr lvl="1"/>
            <a:r>
              <a:rPr lang="en-US" dirty="0" smtClean="0"/>
              <a:t>--------- </a:t>
            </a:r>
          </a:p>
          <a:p>
            <a:pPr lvl="1"/>
            <a:r>
              <a:rPr lang="en-US" dirty="0" smtClean="0"/>
              <a:t>01-FEB-13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LAST_DAY function</a:t>
            </a:r>
          </a:p>
          <a:p>
            <a:r>
              <a:rPr lang="en-US" dirty="0" smtClean="0"/>
              <a:t>LAST_DAY(x) returns the last day of the month part of x. </a:t>
            </a:r>
          </a:p>
          <a:p>
            <a:r>
              <a:rPr lang="en-US" dirty="0" smtClean="0"/>
              <a:t>The following example displays the last date in January 2012:</a:t>
            </a:r>
          </a:p>
          <a:p>
            <a:r>
              <a:rPr lang="en-US" dirty="0" smtClean="0"/>
              <a:t>SQL&gt; </a:t>
            </a:r>
            <a:r>
              <a:rPr lang="en-US" b="1" dirty="0" smtClean="0"/>
              <a:t>SELECT</a:t>
            </a:r>
            <a:r>
              <a:rPr lang="en-US" dirty="0" smtClean="0"/>
              <a:t> LAST_DAY('01-JAN-2012') </a:t>
            </a:r>
            <a:r>
              <a:rPr lang="en-US" b="1" dirty="0" smtClean="0"/>
              <a:t>FROM</a:t>
            </a:r>
            <a:r>
              <a:rPr lang="en-US" dirty="0" smtClean="0"/>
              <a:t> dual; </a:t>
            </a:r>
          </a:p>
          <a:p>
            <a:r>
              <a:rPr lang="en-US" dirty="0" smtClean="0"/>
              <a:t>LAST_DAY( </a:t>
            </a:r>
          </a:p>
          <a:p>
            <a:r>
              <a:rPr lang="en-US" dirty="0" smtClean="0"/>
              <a:t>--------- </a:t>
            </a:r>
          </a:p>
          <a:p>
            <a:r>
              <a:rPr lang="en-US" dirty="0" smtClean="0"/>
              <a:t>31-JAN-12 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Months_between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MONTHS_BETWEEN(</a:t>
            </a:r>
            <a:r>
              <a:rPr lang="en-US" dirty="0" err="1" smtClean="0"/>
              <a:t>x,y</a:t>
            </a:r>
            <a:r>
              <a:rPr lang="en-US" dirty="0" smtClean="0"/>
              <a:t>) returns the number of months between x and y. If x is before y on the calendar, the number returned is positive; otherwise the number is negative.</a:t>
            </a:r>
          </a:p>
          <a:p>
            <a:pPr lvl="1"/>
            <a:r>
              <a:rPr lang="en-US" dirty="0" smtClean="0"/>
              <a:t>SQL&gt; </a:t>
            </a:r>
            <a:r>
              <a:rPr lang="en-US" b="1" dirty="0" smtClean="0"/>
              <a:t>SELECT</a:t>
            </a:r>
            <a:r>
              <a:rPr lang="en-US" dirty="0" smtClean="0"/>
              <a:t> MONTHS_BETWEEN('25-MAY-2009', '15-JAN-2012') </a:t>
            </a:r>
            <a:r>
              <a:rPr lang="en-US" b="1" dirty="0" smtClean="0"/>
              <a:t>FROM</a:t>
            </a:r>
            <a:r>
              <a:rPr lang="en-US" dirty="0" smtClean="0"/>
              <a:t> dual;</a:t>
            </a:r>
          </a:p>
          <a:p>
            <a:pPr lvl="1"/>
            <a:r>
              <a:rPr lang="en-US" dirty="0" smtClean="0"/>
              <a:t> MONTHS_BETWEEN('25-MAY-2009','15-JAN-2012') ------------------------------------------- </a:t>
            </a:r>
          </a:p>
          <a:p>
            <a:pPr lvl="1"/>
            <a:r>
              <a:rPr lang="en-US" dirty="0" smtClean="0"/>
              <a:t>-31.677419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/>
              <a:t>NEXT_DAY function</a:t>
            </a:r>
          </a:p>
          <a:p>
            <a:r>
              <a:rPr lang="en-US" dirty="0" smtClean="0"/>
              <a:t>NEXT_DAY(x, day) returns the date of the next day following x. day is specified as a literal string (SATURDAY, for example).</a:t>
            </a:r>
          </a:p>
          <a:p>
            <a:endParaRPr lang="en-US" dirty="0" smtClean="0"/>
          </a:p>
          <a:p>
            <a:r>
              <a:rPr lang="en-US" dirty="0" smtClean="0"/>
              <a:t>The following example displays the date of the next Saturday after January 1, 2008:</a:t>
            </a:r>
          </a:p>
          <a:p>
            <a:endParaRPr lang="en-US" dirty="0" smtClean="0"/>
          </a:p>
          <a:p>
            <a:r>
              <a:rPr lang="en-US" dirty="0" smtClean="0"/>
              <a:t>SQL&gt; </a:t>
            </a:r>
            <a:r>
              <a:rPr lang="en-US" b="1" dirty="0" smtClean="0"/>
              <a:t>SELECT</a:t>
            </a:r>
            <a:r>
              <a:rPr lang="en-US" dirty="0" smtClean="0"/>
              <a:t> NEXT_DAY('01-JAN-2008', 'SATURDAY') </a:t>
            </a:r>
            <a:r>
              <a:rPr lang="en-US" b="1" dirty="0" smtClean="0"/>
              <a:t>FROM</a:t>
            </a:r>
            <a:r>
              <a:rPr lang="en-US" dirty="0" smtClean="0"/>
              <a:t> dual; </a:t>
            </a:r>
          </a:p>
          <a:p>
            <a:endParaRPr lang="en-US" dirty="0" smtClean="0"/>
          </a:p>
          <a:p>
            <a:r>
              <a:rPr lang="en-US" dirty="0" smtClean="0"/>
              <a:t>NEXT_DAY( </a:t>
            </a:r>
          </a:p>
          <a:p>
            <a:r>
              <a:rPr lang="en-US" dirty="0" smtClean="0"/>
              <a:t>--------- </a:t>
            </a:r>
          </a:p>
          <a:p>
            <a:r>
              <a:rPr lang="en-US" dirty="0" smtClean="0"/>
              <a:t>05-JAN-08 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err="1" smtClean="0"/>
              <a:t>Sysdate</a:t>
            </a:r>
            <a:endParaRPr lang="en-US" b="1" dirty="0" smtClean="0"/>
          </a:p>
          <a:p>
            <a:r>
              <a:rPr lang="en-US" dirty="0" smtClean="0"/>
              <a:t>SYSDATE returns the current date in the database server's operating system. The following example gets the current date:</a:t>
            </a:r>
          </a:p>
          <a:p>
            <a:endParaRPr lang="en-US" dirty="0" smtClean="0"/>
          </a:p>
          <a:p>
            <a:r>
              <a:rPr lang="en-US" dirty="0" smtClean="0"/>
              <a:t>SQL&gt; </a:t>
            </a:r>
            <a:r>
              <a:rPr lang="en-US" b="1" dirty="0" smtClean="0"/>
              <a:t>SELECT</a:t>
            </a:r>
            <a:r>
              <a:rPr lang="en-US" dirty="0" smtClean="0"/>
              <a:t> SYSDATE  </a:t>
            </a:r>
            <a:r>
              <a:rPr lang="en-US" b="1" dirty="0" smtClean="0"/>
              <a:t>FROM</a:t>
            </a:r>
            <a:r>
              <a:rPr lang="en-US" dirty="0" smtClean="0"/>
              <a:t> dual; </a:t>
            </a:r>
          </a:p>
          <a:p>
            <a:endParaRPr lang="en-US" dirty="0" smtClean="0"/>
          </a:p>
          <a:p>
            <a:r>
              <a:rPr lang="en-US" dirty="0" smtClean="0"/>
              <a:t>SYSDATE </a:t>
            </a:r>
          </a:p>
          <a:p>
            <a:r>
              <a:rPr lang="en-US" dirty="0" smtClean="0"/>
              <a:t>--------- </a:t>
            </a:r>
          </a:p>
          <a:p>
            <a:r>
              <a:rPr lang="en-US" dirty="0" smtClean="0"/>
              <a:t>14-JUL-11 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194</TotalTime>
  <Words>460</Words>
  <Application>Microsoft Office PowerPoint</Application>
  <PresentationFormat>On-screen Show (4:3)</PresentationFormat>
  <Paragraphs>99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Median</vt:lpstr>
      <vt:lpstr>Library functions :-</vt:lpstr>
      <vt:lpstr>Slide 2</vt:lpstr>
      <vt:lpstr>Slide 3</vt:lpstr>
      <vt:lpstr>Slide 4</vt:lpstr>
      <vt:lpstr>Slide 5</vt:lpstr>
      <vt:lpstr>Slide 6</vt:lpstr>
      <vt:lpstr>Slide 7</vt:lpstr>
      <vt:lpstr>Date functions: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functions :-</dc:title>
  <dc:creator>jj</dc:creator>
  <cp:lastModifiedBy>PC</cp:lastModifiedBy>
  <cp:revision>34</cp:revision>
  <dcterms:created xsi:type="dcterms:W3CDTF">2017-07-21T18:41:41Z</dcterms:created>
  <dcterms:modified xsi:type="dcterms:W3CDTF">2025-07-16T03:08:10Z</dcterms:modified>
</cp:coreProperties>
</file>