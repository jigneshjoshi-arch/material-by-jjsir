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503E9C5D-D2F8-42FB-A786-85D102CF48E5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FDEE6F0-1995-4620-BE3B-E5A654DD1202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E9C5D-D2F8-42FB-A786-85D102CF48E5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FDEE6F0-1995-4620-BE3B-E5A654DD120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E9C5D-D2F8-42FB-A786-85D102CF48E5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FFDEE6F0-1995-4620-BE3B-E5A654DD1202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503E9C5D-D2F8-42FB-A786-85D102CF48E5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FFDEE6F0-1995-4620-BE3B-E5A654DD1202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503E9C5D-D2F8-42FB-A786-85D102CF48E5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FFDEE6F0-1995-4620-BE3B-E5A654DD1202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E9C5D-D2F8-42FB-A786-85D102CF48E5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FDEE6F0-1995-4620-BE3B-E5A654DD12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E9C5D-D2F8-42FB-A786-85D102CF48E5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FDEE6F0-1995-4620-BE3B-E5A654DD12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E9C5D-D2F8-42FB-A786-85D102CF48E5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FDEE6F0-1995-4620-BE3B-E5A654DD120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503E9C5D-D2F8-42FB-A786-85D102CF48E5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FFDEE6F0-1995-4620-BE3B-E5A654DD1202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E9C5D-D2F8-42FB-A786-85D102CF48E5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EE6F0-1995-4620-BE3B-E5A654DD12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503E9C5D-D2F8-42FB-A786-85D102CF48E5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FFDEE6F0-1995-4620-BE3B-E5A654DD1202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503E9C5D-D2F8-42FB-A786-85D102CF48E5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FFDEE6F0-1995-4620-BE3B-E5A654DD120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524000"/>
            <a:ext cx="6477000" cy="1828800"/>
          </a:xfrm>
        </p:spPr>
        <p:txBody>
          <a:bodyPr/>
          <a:lstStyle/>
          <a:p>
            <a:pPr algn="ctr"/>
            <a:r>
              <a:rPr lang="en-US" dirty="0" smtClean="0"/>
              <a:t>Database system architecture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design of a DBMS depends on its </a:t>
            </a:r>
            <a:r>
              <a:rPr lang="en-US" dirty="0" smtClean="0"/>
              <a:t>architecture.</a:t>
            </a:r>
          </a:p>
          <a:p>
            <a:r>
              <a:rPr lang="en-US" dirty="0" smtClean="0"/>
              <a:t>It </a:t>
            </a:r>
            <a:r>
              <a:rPr lang="en-US" dirty="0" smtClean="0"/>
              <a:t>can be centralized or decentralized or hierarchical.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smtClean="0"/>
              <a:t>architecture of a DBMS can be seen as either single tier or multi-tier. </a:t>
            </a:r>
            <a:endParaRPr lang="en-US" dirty="0" smtClean="0"/>
          </a:p>
          <a:p>
            <a:r>
              <a:rPr lang="en-US" dirty="0" smtClean="0"/>
              <a:t>An </a:t>
            </a:r>
            <a:r>
              <a:rPr lang="en-US" dirty="0" smtClean="0"/>
              <a:t>n-tier architecture divides the whole system into related but independent </a:t>
            </a:r>
            <a:r>
              <a:rPr lang="en-US" b="1" dirty="0" smtClean="0"/>
              <a:t>n</a:t>
            </a:r>
            <a:r>
              <a:rPr lang="en-US" dirty="0" smtClean="0"/>
              <a:t> modules, which can be independently modified, altered, changed, or replaced</a:t>
            </a:r>
            <a:r>
              <a:rPr lang="en-US" dirty="0" smtClean="0"/>
              <a:t>.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3-tier </a:t>
            </a:r>
            <a:r>
              <a:rPr lang="en-US" dirty="0" smtClean="0"/>
              <a:t>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3-tier architecture separates its tiers from each other based on the complexity of the users and how they use the data present in the database.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 smtClean="0"/>
              <a:t>is the most widely used architecture to design a DBMS.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 tier Architectures :-</a:t>
            </a:r>
            <a:endParaRPr lang="en-US" dirty="0"/>
          </a:p>
        </p:txBody>
      </p:sp>
      <p:pic>
        <p:nvPicPr>
          <p:cNvPr id="1026" name="Picture 2" descr="https://www.tutorialspoint.com/dbms/images/dbms_architecture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28800" y="1295400"/>
            <a:ext cx="4724400" cy="53149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Database (Data) Tier</a:t>
            </a:r>
            <a:r>
              <a:rPr lang="en-US" dirty="0" smtClean="0"/>
              <a:t> −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At this tier, the database resides along with its query processing languages. </a:t>
            </a:r>
            <a:endParaRPr lang="en-US" dirty="0" smtClean="0"/>
          </a:p>
          <a:p>
            <a:r>
              <a:rPr lang="en-US" dirty="0" smtClean="0"/>
              <a:t>We </a:t>
            </a:r>
            <a:r>
              <a:rPr lang="en-US" dirty="0" smtClean="0"/>
              <a:t>also have the relations that define the data and their constraints at this level.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Application (Middle) Tier</a:t>
            </a:r>
            <a:r>
              <a:rPr lang="en-US" dirty="0" smtClean="0"/>
              <a:t> −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 At this tier reside the application server and the programs that access the database. </a:t>
            </a:r>
            <a:endParaRPr lang="en-US" dirty="0" smtClean="0"/>
          </a:p>
          <a:p>
            <a:r>
              <a:rPr lang="en-US" dirty="0" smtClean="0"/>
              <a:t>For </a:t>
            </a:r>
            <a:r>
              <a:rPr lang="en-US" dirty="0" smtClean="0"/>
              <a:t>a user, this application tier presents an abstracted view of the database. </a:t>
            </a:r>
            <a:endParaRPr lang="en-US" dirty="0" smtClean="0"/>
          </a:p>
          <a:p>
            <a:r>
              <a:rPr lang="en-US" dirty="0" smtClean="0"/>
              <a:t>End-users </a:t>
            </a:r>
            <a:r>
              <a:rPr lang="en-US" dirty="0" smtClean="0"/>
              <a:t>are unaware of any existence of the database beyond the application. </a:t>
            </a:r>
            <a:endParaRPr lang="en-US" dirty="0" smtClean="0"/>
          </a:p>
          <a:p>
            <a:r>
              <a:rPr lang="en-US" dirty="0" smtClean="0"/>
              <a:t>At </a:t>
            </a:r>
            <a:r>
              <a:rPr lang="en-US" dirty="0" smtClean="0"/>
              <a:t>the other end, the database tier is not aware of any other user beyond the application tier. </a:t>
            </a:r>
            <a:endParaRPr lang="en-US" dirty="0" smtClean="0"/>
          </a:p>
          <a:p>
            <a:r>
              <a:rPr lang="en-US" dirty="0" smtClean="0"/>
              <a:t>Hence</a:t>
            </a:r>
            <a:r>
              <a:rPr lang="en-US" dirty="0" smtClean="0"/>
              <a:t>, the application layer sits in the middle and acts as a mediator between the end-user and the database.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User (Presentation) Tier</a:t>
            </a:r>
            <a:r>
              <a:rPr lang="en-US" dirty="0" smtClean="0"/>
              <a:t> − 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End-users operate on this tier and they know nothing about any existence of the database beyond this layer. </a:t>
            </a:r>
            <a:endParaRPr lang="en-US" dirty="0" smtClean="0"/>
          </a:p>
          <a:p>
            <a:r>
              <a:rPr lang="en-US" dirty="0" smtClean="0"/>
              <a:t>At </a:t>
            </a:r>
            <a:r>
              <a:rPr lang="en-US" dirty="0" smtClean="0"/>
              <a:t>this layer, multiple views of the database can be provided by the application. </a:t>
            </a:r>
            <a:endParaRPr lang="en-US" dirty="0" smtClean="0"/>
          </a:p>
          <a:p>
            <a:r>
              <a:rPr lang="en-US" dirty="0" smtClean="0"/>
              <a:t>All </a:t>
            </a:r>
            <a:r>
              <a:rPr lang="en-US" dirty="0" smtClean="0"/>
              <a:t>views are generated by applications that reside in the application tier.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Functions of DBMS.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i="1" dirty="0" smtClean="0"/>
              <a:t>Data </a:t>
            </a:r>
            <a:r>
              <a:rPr lang="en-US" b="1" i="1" dirty="0" smtClean="0"/>
              <a:t>Dictionary </a:t>
            </a:r>
            <a:r>
              <a:rPr lang="en-US" b="1" i="1" dirty="0" smtClean="0"/>
              <a:t>Management</a:t>
            </a:r>
          </a:p>
          <a:p>
            <a:r>
              <a:rPr lang="en-US" b="1" i="1" dirty="0" smtClean="0"/>
              <a:t>Data </a:t>
            </a:r>
            <a:r>
              <a:rPr lang="en-US" b="1" i="1" dirty="0" smtClean="0"/>
              <a:t>Storage </a:t>
            </a:r>
            <a:r>
              <a:rPr lang="en-US" b="1" i="1" dirty="0" smtClean="0"/>
              <a:t>Management</a:t>
            </a:r>
          </a:p>
          <a:p>
            <a:r>
              <a:rPr lang="en-US" b="1" i="1" dirty="0" smtClean="0"/>
              <a:t>Security </a:t>
            </a:r>
            <a:r>
              <a:rPr lang="en-US" b="1" i="1" dirty="0" smtClean="0"/>
              <a:t>Management</a:t>
            </a:r>
          </a:p>
          <a:p>
            <a:r>
              <a:rPr lang="en-US" b="1" i="1" smtClean="0"/>
              <a:t>Backup and </a:t>
            </a:r>
            <a:r>
              <a:rPr lang="en-US" b="1" i="1" smtClean="0"/>
              <a:t>Recovery </a:t>
            </a:r>
            <a:r>
              <a:rPr lang="en-US" b="1" i="1" smtClean="0"/>
              <a:t>Management</a:t>
            </a:r>
          </a:p>
          <a:p>
            <a:endParaRPr lang="en-US" b="1" i="1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38</TotalTime>
  <Words>202</Words>
  <Application>Microsoft Office PowerPoint</Application>
  <PresentationFormat>On-screen Show (4:3)</PresentationFormat>
  <Paragraphs>27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Median</vt:lpstr>
      <vt:lpstr>Database system architecture</vt:lpstr>
      <vt:lpstr>Slide 2</vt:lpstr>
      <vt:lpstr>3-tier Architecture</vt:lpstr>
      <vt:lpstr>3 tier Architectures :-</vt:lpstr>
      <vt:lpstr>Database (Data) Tier −</vt:lpstr>
      <vt:lpstr>Application (Middle) Tier −</vt:lpstr>
      <vt:lpstr>User (Presentation) Tier − </vt:lpstr>
      <vt:lpstr>Functions of DBMS.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system architecture</dc:title>
  <dc:creator>jjsir</dc:creator>
  <cp:lastModifiedBy>jjsir</cp:lastModifiedBy>
  <cp:revision>7</cp:revision>
  <dcterms:created xsi:type="dcterms:W3CDTF">2022-09-29T13:46:15Z</dcterms:created>
  <dcterms:modified xsi:type="dcterms:W3CDTF">2022-09-29T14:24:16Z</dcterms:modified>
</cp:coreProperties>
</file>