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Default Extension="jpeg" ContentType="image/jpeg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 varScale="1">
        <p:scale>
          <a:sx n="68" d="100"/>
          <a:sy n="68" d="100"/>
        </p:scale>
        <p:origin x="-1446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 bwMode="white">
          <a:xfrm>
            <a:off x="0" y="5971032"/>
            <a:ext cx="9144000" cy="886968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Rectangle 9"/>
          <p:cNvSpPr/>
          <p:nvPr/>
        </p:nvSpPr>
        <p:spPr>
          <a:xfrm>
            <a:off x="-9144" y="6053328"/>
            <a:ext cx="2249424" cy="713232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Rectangle 10"/>
          <p:cNvSpPr/>
          <p:nvPr/>
        </p:nvSpPr>
        <p:spPr>
          <a:xfrm>
            <a:off x="2359152" y="6044184"/>
            <a:ext cx="6784848" cy="713232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2362200" y="4038600"/>
            <a:ext cx="6477000" cy="1828800"/>
          </a:xfrm>
        </p:spPr>
        <p:txBody>
          <a:bodyPr anchor="b"/>
          <a:lstStyle>
            <a:lvl1pPr>
              <a:defRPr cap="all" baseline="0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2362200" y="6050037"/>
            <a:ext cx="6705600" cy="685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600">
                <a:solidFill>
                  <a:srgbClr val="FFFFFF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>
          <a:xfrm>
            <a:off x="76200" y="6068699"/>
            <a:ext cx="2057400" cy="685800"/>
          </a:xfrm>
        </p:spPr>
        <p:txBody>
          <a:bodyPr>
            <a:noAutofit/>
          </a:bodyPr>
          <a:lstStyle>
            <a:lvl1pPr algn="ctr">
              <a:defRPr sz="2000">
                <a:solidFill>
                  <a:srgbClr val="FFFFFF"/>
                </a:solidFill>
              </a:defRPr>
            </a:lvl1pPr>
          </a:lstStyle>
          <a:p>
            <a:fld id="{3943F35D-AA55-4472-94DB-79061EBC54EC}" type="datetimeFigureOut">
              <a:rPr lang="en-US" smtClean="0"/>
              <a:t>6/25/2023</a:t>
            </a:fld>
            <a:endParaRPr lang="en-US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>
          <a:xfrm>
            <a:off x="2085393" y="236538"/>
            <a:ext cx="5867400" cy="365125"/>
          </a:xfrm>
        </p:spPr>
        <p:txBody>
          <a:bodyPr/>
          <a:lstStyle>
            <a:lvl1pPr algn="r"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>
          <a:xfrm>
            <a:off x="8001000" y="228600"/>
            <a:ext cx="838200" cy="3810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617EAA78-A2C6-4B6C-87BD-B66AA18F8ADF}" type="slidenum">
              <a:rPr lang="en-US" smtClean="0"/>
              <a:t>‹#›</a:t>
            </a:fld>
            <a:endParaRPr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2648" y="228600"/>
            <a:ext cx="8153400" cy="990600"/>
          </a:xfrm>
        </p:spPr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43F35D-AA55-4472-94DB-79061EBC54EC}" type="datetimeFigureOut">
              <a:rPr lang="en-US" smtClean="0"/>
              <a:t>6/25/2023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617EAA78-A2C6-4B6C-87BD-B66AA18F8ADF}" type="slidenum">
              <a:rPr lang="en-US" smtClean="0"/>
              <a:t>‹#›</a:t>
            </a:fld>
            <a:endParaRPr lang="en-US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"/>
          </p:nvPr>
        </p:nvSpPr>
        <p:spPr>
          <a:xfrm>
            <a:off x="612648" y="1600200"/>
            <a:ext cx="8153400" cy="44958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743200"/>
            <a:ext cx="7123113" cy="1673225"/>
          </a:xfrm>
        </p:spPr>
        <p:txBody>
          <a:bodyPr anchor="t"/>
          <a:lstStyle>
            <a:lvl1pPr marL="0" indent="0">
              <a:buNone/>
              <a:defRPr sz="2800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7" name="Rectangle 6"/>
          <p:cNvSpPr/>
          <p:nvPr/>
        </p:nvSpPr>
        <p:spPr bwMode="white">
          <a:xfrm>
            <a:off x="0" y="1524000"/>
            <a:ext cx="9144000" cy="1143000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Rectangle 7"/>
          <p:cNvSpPr/>
          <p:nvPr/>
        </p:nvSpPr>
        <p:spPr>
          <a:xfrm>
            <a:off x="0" y="1600200"/>
            <a:ext cx="1295400" cy="990600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Rectangle 8"/>
          <p:cNvSpPr/>
          <p:nvPr/>
        </p:nvSpPr>
        <p:spPr>
          <a:xfrm>
            <a:off x="1371600" y="1600200"/>
            <a:ext cx="7772400" cy="99060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1600200"/>
            <a:ext cx="7620000" cy="990600"/>
          </a:xfrm>
        </p:spPr>
        <p:txBody>
          <a:bodyPr/>
          <a:lstStyle>
            <a:lvl1pPr algn="l">
              <a:buNone/>
              <a:defRPr sz="4400" b="0" cap="none">
                <a:solidFill>
                  <a:srgbClr val="FFFFFF"/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2" name="Date Placeholder 1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43F35D-AA55-4472-94DB-79061EBC54EC}" type="datetimeFigureOut">
              <a:rPr lang="en-US" smtClean="0"/>
              <a:t>6/25/2023</a:t>
            </a:fld>
            <a:endParaRPr lang="en-US"/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11"/>
          </p:nvPr>
        </p:nvSpPr>
        <p:spPr>
          <a:xfrm>
            <a:off x="0" y="1752600"/>
            <a:ext cx="1295400" cy="701676"/>
          </a:xfrm>
        </p:spPr>
        <p:txBody>
          <a:bodyPr>
            <a:noAutofit/>
          </a:bodyPr>
          <a:lstStyle>
            <a:lvl1pPr>
              <a:defRPr sz="2400">
                <a:solidFill>
                  <a:srgbClr val="FFFFFF"/>
                </a:solidFill>
              </a:defRPr>
            </a:lvl1pPr>
          </a:lstStyle>
          <a:p>
            <a:fld id="{617EAA78-A2C6-4B6C-87BD-B66AA18F8ADF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Footer Placeholder 13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609600" y="1589567"/>
            <a:ext cx="3886200" cy="45720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844901" y="1589567"/>
            <a:ext cx="3886200" cy="45720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5"/>
          </p:nvPr>
        </p:nvSpPr>
        <p:spPr/>
        <p:txBody>
          <a:bodyPr rtlCol="0"/>
          <a:lstStyle/>
          <a:p>
            <a:fld id="{3943F35D-AA55-4472-94DB-79061EBC54EC}" type="datetimeFigureOut">
              <a:rPr lang="en-US" smtClean="0"/>
              <a:t>6/25/2023</a:t>
            </a:fld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6"/>
          </p:nvPr>
        </p:nvSpPr>
        <p:spPr/>
        <p:txBody>
          <a:bodyPr rtlCol="0"/>
          <a:lstStyle/>
          <a:p>
            <a:fld id="{617EAA78-A2C6-4B6C-87BD-B66AA18F8ADF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Footer Placeholder 11"/>
          <p:cNvSpPr>
            <a:spLocks noGrp="1"/>
          </p:cNvSpPr>
          <p:nvPr>
            <p:ph type="ftr" sz="quarter" idx="17"/>
          </p:nvPr>
        </p:nvSpPr>
        <p:spPr/>
        <p:txBody>
          <a:bodyPr rtlCol="0"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273050"/>
            <a:ext cx="8153400" cy="869950"/>
          </a:xfrm>
        </p:spPr>
        <p:txBody>
          <a:bodyPr anchor="ctr"/>
          <a:lstStyle>
            <a:lvl1pPr>
              <a:defRPr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609600" y="2438400"/>
            <a:ext cx="3886200" cy="35814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3" name="Content Placeholder 12"/>
          <p:cNvSpPr>
            <a:spLocks noGrp="1"/>
          </p:cNvSpPr>
          <p:nvPr>
            <p:ph sz="quarter" idx="4"/>
          </p:nvPr>
        </p:nvSpPr>
        <p:spPr>
          <a:xfrm>
            <a:off x="4800600" y="2438400"/>
            <a:ext cx="3886200" cy="35814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15"/>
          </p:nvPr>
        </p:nvSpPr>
        <p:spPr/>
        <p:txBody>
          <a:bodyPr rtlCol="0"/>
          <a:lstStyle/>
          <a:p>
            <a:fld id="{3943F35D-AA55-4472-94DB-79061EBC54EC}" type="datetimeFigureOut">
              <a:rPr lang="en-US" smtClean="0"/>
              <a:t>6/25/2023</a:t>
            </a:fld>
            <a:endParaRPr lang="en-US"/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16"/>
          </p:nvPr>
        </p:nvSpPr>
        <p:spPr/>
        <p:txBody>
          <a:bodyPr rtlCol="0"/>
          <a:lstStyle/>
          <a:p>
            <a:fld id="{617EAA78-A2C6-4B6C-87BD-B66AA18F8ADF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Footer Placeholder 13"/>
          <p:cNvSpPr>
            <a:spLocks noGrp="1"/>
          </p:cNvSpPr>
          <p:nvPr>
            <p:ph type="ftr" sz="quarter" idx="17"/>
          </p:nvPr>
        </p:nvSpPr>
        <p:spPr/>
        <p:txBody>
          <a:bodyPr rtlCol="0"/>
          <a:lstStyle/>
          <a:p>
            <a:endParaRPr lang="en-US"/>
          </a:p>
        </p:txBody>
      </p:sp>
      <p:sp>
        <p:nvSpPr>
          <p:cNvPr id="16" name="Text Placeholder 15"/>
          <p:cNvSpPr>
            <a:spLocks noGrp="1"/>
          </p:cNvSpPr>
          <p:nvPr>
            <p:ph type="body" sz="quarter" idx="1"/>
          </p:nvPr>
        </p:nvSpPr>
        <p:spPr>
          <a:xfrm>
            <a:off x="609600" y="1752600"/>
            <a:ext cx="3886200" cy="640080"/>
          </a:xfrm>
          <a:solidFill>
            <a:schemeClr val="accent2"/>
          </a:solidFill>
        </p:spPr>
        <p:txBody>
          <a:bodyPr rtlCol="0" anchor="ctr"/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sz="quarter" idx="3"/>
          </p:nvPr>
        </p:nvSpPr>
        <p:spPr>
          <a:xfrm>
            <a:off x="4800600" y="1752600"/>
            <a:ext cx="3886200" cy="640080"/>
          </a:xfrm>
          <a:solidFill>
            <a:schemeClr val="accent4"/>
          </a:solidFill>
        </p:spPr>
        <p:txBody>
          <a:bodyPr rtlCol="0" anchor="ctr"/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43F35D-AA55-4472-94DB-79061EBC54EC}" type="datetimeFigureOut">
              <a:rPr lang="en-US" smtClean="0"/>
              <a:t>6/25/2023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617EAA78-A2C6-4B6C-87BD-B66AA18F8AD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43F35D-AA55-4472-94DB-79061EBC54EC}" type="datetimeFigureOut">
              <a:rPr lang="en-US" smtClean="0"/>
              <a:t>6/25/2023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0" y="6248400"/>
            <a:ext cx="533400" cy="3810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617EAA78-A2C6-4B6C-87BD-B66AA18F8AD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3050"/>
            <a:ext cx="8077200" cy="869950"/>
          </a:xfrm>
        </p:spPr>
        <p:txBody>
          <a:bodyPr anchor="ctr"/>
          <a:lstStyle>
            <a:lvl1pPr algn="l">
              <a:buNone/>
              <a:defRPr sz="4400" b="0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43F35D-AA55-4472-94DB-79061EBC54EC}" type="datetimeFigureOut">
              <a:rPr lang="en-US" smtClean="0"/>
              <a:t>6/25/2023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617EAA78-A2C6-4B6C-87BD-B66AA18F8ADF}" type="slidenum">
              <a:rPr lang="en-US" smtClean="0"/>
              <a:t>‹#›</a:t>
            </a:fld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609600" y="1752600"/>
            <a:ext cx="1600200" cy="4343400"/>
          </a:xfrm>
          <a:ln w="50800" cap="sq" cmpd="dbl" algn="ctr">
            <a:solidFill>
              <a:schemeClr val="accent2"/>
            </a:solidFill>
            <a:prstDash val="solid"/>
            <a:miter lim="800000"/>
          </a:ln>
          <a:effectLst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lIns="137160" tIns="182880" rIns="137160" bIns="91440"/>
          <a:lstStyle>
            <a:lvl1pPr marL="0" indent="0">
              <a:spcAft>
                <a:spcPts val="1000"/>
              </a:spcAft>
              <a:buNone/>
              <a:defRPr sz="18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2362200" y="1752600"/>
            <a:ext cx="6400800" cy="44196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600200" y="5486400"/>
            <a:ext cx="7315200" cy="685800"/>
          </a:xfrm>
        </p:spPr>
        <p:txBody>
          <a:bodyPr/>
          <a:lstStyle>
            <a:lvl1pPr marL="0" indent="0">
              <a:buFontTx/>
              <a:buNone/>
              <a:defRPr sz="1700"/>
            </a:lvl1pPr>
            <a:lvl2pPr>
              <a:buFontTx/>
              <a:buNone/>
              <a:defRPr sz="1200"/>
            </a:lvl2pPr>
            <a:lvl3pPr>
              <a:buFontTx/>
              <a:buNone/>
              <a:defRPr sz="1000"/>
            </a:lvl3pPr>
            <a:lvl4pPr>
              <a:buFontTx/>
              <a:buNone/>
              <a:defRPr sz="900"/>
            </a:lvl4pPr>
            <a:lvl5pPr>
              <a:buFontTx/>
              <a:buNone/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8" name="Rectangle 7"/>
          <p:cNvSpPr/>
          <p:nvPr/>
        </p:nvSpPr>
        <p:spPr bwMode="white">
          <a:xfrm>
            <a:off x="-9144" y="4572000"/>
            <a:ext cx="9144000" cy="886968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Rectangle 8"/>
          <p:cNvSpPr/>
          <p:nvPr/>
        </p:nvSpPr>
        <p:spPr>
          <a:xfrm>
            <a:off x="-9144" y="4663440"/>
            <a:ext cx="1463040" cy="713232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Rectangle 9"/>
          <p:cNvSpPr/>
          <p:nvPr/>
        </p:nvSpPr>
        <p:spPr>
          <a:xfrm>
            <a:off x="1545336" y="4654296"/>
            <a:ext cx="7598664" cy="713232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00200" y="4648200"/>
            <a:ext cx="7315200" cy="685800"/>
          </a:xfrm>
        </p:spPr>
        <p:txBody>
          <a:bodyPr anchor="ctr"/>
          <a:lstStyle>
            <a:lvl1pPr algn="l">
              <a:buNone/>
              <a:defRPr sz="2800" b="0">
                <a:solidFill>
                  <a:srgbClr val="FFFFFF"/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1" name="Rectangle 10"/>
          <p:cNvSpPr/>
          <p:nvPr/>
        </p:nvSpPr>
        <p:spPr bwMode="white">
          <a:xfrm>
            <a:off x="1447800" y="0"/>
            <a:ext cx="100584" cy="6867144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Date Placeholder 11"/>
          <p:cNvSpPr>
            <a:spLocks noGrp="1"/>
          </p:cNvSpPr>
          <p:nvPr>
            <p:ph type="dt" sz="half" idx="10"/>
          </p:nvPr>
        </p:nvSpPr>
        <p:spPr>
          <a:xfrm>
            <a:off x="6248400" y="6248400"/>
            <a:ext cx="2667000" cy="365125"/>
          </a:xfrm>
        </p:spPr>
        <p:txBody>
          <a:bodyPr rtlCol="0"/>
          <a:lstStyle/>
          <a:p>
            <a:fld id="{3943F35D-AA55-4472-94DB-79061EBC54EC}" type="datetimeFigureOut">
              <a:rPr lang="en-US" smtClean="0"/>
              <a:t>6/25/2023</a:t>
            </a:fld>
            <a:endParaRPr lang="en-US"/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11"/>
          </p:nvPr>
        </p:nvSpPr>
        <p:spPr>
          <a:xfrm>
            <a:off x="0" y="4667249"/>
            <a:ext cx="1447800" cy="663578"/>
          </a:xfrm>
        </p:spPr>
        <p:txBody>
          <a:bodyPr rtlCol="0"/>
          <a:lstStyle>
            <a:lvl1pPr>
              <a:defRPr sz="2800"/>
            </a:lvl1pPr>
          </a:lstStyle>
          <a:p>
            <a:fld id="{617EAA78-A2C6-4B6C-87BD-B66AA18F8ADF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Footer Placeholder 13"/>
          <p:cNvSpPr>
            <a:spLocks noGrp="1"/>
          </p:cNvSpPr>
          <p:nvPr>
            <p:ph type="ftr" sz="quarter" idx="12"/>
          </p:nvPr>
        </p:nvSpPr>
        <p:spPr>
          <a:xfrm>
            <a:off x="1600200" y="6248206"/>
            <a:ext cx="4572000" cy="365125"/>
          </a:xfrm>
        </p:spPr>
        <p:txBody>
          <a:bodyPr rtlCol="0"/>
          <a:lstStyle/>
          <a:p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560576" y="0"/>
            <a:ext cx="7583424" cy="4568952"/>
          </a:xfrm>
          <a:solidFill>
            <a:schemeClr val="accent1">
              <a:tint val="40000"/>
            </a:schemeClr>
          </a:solidFill>
          <a:ln>
            <a:noFill/>
          </a:ln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en-US" smtClean="0"/>
              <a:t>Click icon to add picture</a:t>
            </a:r>
            <a:endParaRPr kumimoji="0" lang="en-US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43F35D-AA55-4472-94DB-79061EBC54EC}" type="datetimeFigureOut">
              <a:rPr lang="en-US" smtClean="0"/>
              <a:t>6/25/2023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7EAA78-A2C6-4B6C-87BD-B66AA18F8AD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53200" y="609600"/>
            <a:ext cx="2057400" cy="5516563"/>
          </a:xfrm>
        </p:spPr>
        <p:txBody>
          <a:bodyPr vert="eaVert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609600"/>
            <a:ext cx="5562600" cy="5516564"/>
          </a:xfrm>
        </p:spPr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553200" y="6248402"/>
            <a:ext cx="2209800" cy="365125"/>
          </a:xfrm>
        </p:spPr>
        <p:txBody>
          <a:bodyPr/>
          <a:lstStyle/>
          <a:p>
            <a:fld id="{3943F35D-AA55-4472-94DB-79061EBC54EC}" type="datetimeFigureOut">
              <a:rPr lang="en-US" smtClean="0"/>
              <a:t>6/25/2023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57201" y="6248207"/>
            <a:ext cx="5573483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7" name="Rectangle 6"/>
          <p:cNvSpPr/>
          <p:nvPr/>
        </p:nvSpPr>
        <p:spPr bwMode="white">
          <a:xfrm>
            <a:off x="6096318" y="0"/>
            <a:ext cx="320040" cy="68580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Rectangle 7"/>
          <p:cNvSpPr/>
          <p:nvPr/>
        </p:nvSpPr>
        <p:spPr>
          <a:xfrm>
            <a:off x="6142038" y="609600"/>
            <a:ext cx="228600" cy="6248400"/>
          </a:xfrm>
          <a:prstGeom prst="rect">
            <a:avLst/>
          </a:prstGeom>
          <a:solidFill>
            <a:schemeClr val="accent1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Rectangle 8"/>
          <p:cNvSpPr/>
          <p:nvPr/>
        </p:nvSpPr>
        <p:spPr>
          <a:xfrm>
            <a:off x="6142038" y="0"/>
            <a:ext cx="228600" cy="533400"/>
          </a:xfrm>
          <a:prstGeom prst="rect">
            <a:avLst/>
          </a:prstGeom>
          <a:solidFill>
            <a:schemeClr val="accent2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 rot="5400000">
            <a:off x="5989638" y="144462"/>
            <a:ext cx="533400" cy="244476"/>
          </a:xfrm>
        </p:spPr>
        <p:txBody>
          <a:bodyPr/>
          <a:lstStyle/>
          <a:p>
            <a:fld id="{617EAA78-A2C6-4B6C-87BD-B66AA18F8ADF}" type="slidenum">
              <a:rPr lang="en-US" smtClean="0"/>
              <a:t>‹#›</a:t>
            </a:fld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609600" y="228600"/>
            <a:ext cx="8153400" cy="990600"/>
          </a:xfrm>
          <a:prstGeom prst="rect">
            <a:avLst/>
          </a:prstGeom>
        </p:spPr>
        <p:txBody>
          <a:bodyPr vert="horz" anchor="ctr">
            <a:normAutofit/>
          </a:bodyPr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612648" y="1600200"/>
            <a:ext cx="8153400" cy="4526280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>
            <a:off x="6096000" y="6248400"/>
            <a:ext cx="2667000" cy="365125"/>
          </a:xfrm>
          <a:prstGeom prst="rect">
            <a:avLst/>
          </a:prstGeom>
        </p:spPr>
        <p:txBody>
          <a:bodyPr vert="horz" anchor="ctr" anchorCtr="0"/>
          <a:lstStyle>
            <a:lvl1pPr algn="l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fld id="{3943F35D-AA55-4472-94DB-79061EBC54EC}" type="datetimeFigureOut">
              <a:rPr lang="en-US" smtClean="0"/>
              <a:t>6/25/2023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609600" y="6248206"/>
            <a:ext cx="5421083" cy="365125"/>
          </a:xfrm>
          <a:prstGeom prst="rect">
            <a:avLst/>
          </a:prstGeom>
        </p:spPr>
        <p:txBody>
          <a:bodyPr vert="horz" anchor="ctr"/>
          <a:lstStyle>
            <a:lvl1pPr algn="r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Rectangle 6"/>
          <p:cNvSpPr/>
          <p:nvPr/>
        </p:nvSpPr>
        <p:spPr bwMode="white">
          <a:xfrm>
            <a:off x="0" y="1234440"/>
            <a:ext cx="9144000" cy="320040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Rectangle 7"/>
          <p:cNvSpPr/>
          <p:nvPr/>
        </p:nvSpPr>
        <p:spPr>
          <a:xfrm>
            <a:off x="0" y="1280160"/>
            <a:ext cx="533400" cy="228600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Rectangle 8"/>
          <p:cNvSpPr/>
          <p:nvPr/>
        </p:nvSpPr>
        <p:spPr>
          <a:xfrm>
            <a:off x="590550" y="1280160"/>
            <a:ext cx="8553450" cy="22860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0" y="1272222"/>
            <a:ext cx="533400" cy="244476"/>
          </a:xfrm>
          <a:prstGeom prst="rect">
            <a:avLst/>
          </a:prstGeom>
        </p:spPr>
        <p:txBody>
          <a:bodyPr vert="horz" anchor="ctr" anchorCtr="0">
            <a:normAutofit/>
          </a:bodyPr>
          <a:lstStyle>
            <a:lvl1pPr algn="ctr" eaLnBrk="1" latinLnBrk="0" hangingPunct="1">
              <a:defRPr kumimoji="0" sz="1400" b="1">
                <a:solidFill>
                  <a:srgbClr val="FFFFFF"/>
                </a:solidFill>
              </a:defRPr>
            </a:lvl1pPr>
          </a:lstStyle>
          <a:p>
            <a:fld id="{617EAA78-A2C6-4B6C-87BD-B66AA18F8ADF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rtl="0" eaLnBrk="1" latinLnBrk="0" hangingPunct="1">
        <a:spcBef>
          <a:spcPct val="0"/>
        </a:spcBef>
        <a:buNone/>
        <a:defRPr kumimoji="0" sz="44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20040" indent="-320040" algn="l" rtl="0" eaLnBrk="1" latinLnBrk="0" hangingPunct="1">
        <a:spcBef>
          <a:spcPts val="700"/>
        </a:spcBef>
        <a:buClr>
          <a:schemeClr val="accent2"/>
        </a:buClr>
        <a:buSzPct val="60000"/>
        <a:buFont typeface="Wingdings"/>
        <a:buChar char=""/>
        <a:defRPr kumimoji="0" sz="29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74320" algn="l" rtl="0" eaLnBrk="1" latinLnBrk="0" hangingPunct="1">
        <a:spcBef>
          <a:spcPts val="550"/>
        </a:spcBef>
        <a:buClr>
          <a:schemeClr val="accent1"/>
        </a:buClr>
        <a:buSzPct val="70000"/>
        <a:buFont typeface="Wingdings 2"/>
        <a:buChar char="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228600" algn="l" rtl="0" eaLnBrk="1" latinLnBrk="0" hangingPunct="1">
        <a:spcBef>
          <a:spcPts val="500"/>
        </a:spcBef>
        <a:buClr>
          <a:schemeClr val="accent2"/>
        </a:buClr>
        <a:buSzPct val="75000"/>
        <a:buFont typeface="Wingdings"/>
        <a:buChar char=""/>
        <a:defRPr kumimoji="0" sz="23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indent="-228600" algn="l" rtl="0" eaLnBrk="1" latinLnBrk="0" hangingPunct="1">
        <a:spcBef>
          <a:spcPts val="400"/>
        </a:spcBef>
        <a:buClr>
          <a:schemeClr val="accent3"/>
        </a:buClr>
        <a:buSzPct val="75000"/>
        <a:buFont typeface="Wingdings"/>
        <a:buChar char="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indent="-228600" algn="l" rtl="0" eaLnBrk="1" latinLnBrk="0" hangingPunct="1">
        <a:spcBef>
          <a:spcPts val="400"/>
        </a:spcBef>
        <a:buClr>
          <a:schemeClr val="accent4"/>
        </a:buClr>
        <a:buSzPct val="65000"/>
        <a:buFont typeface="Wingdings"/>
        <a:buChar char="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103120" indent="-228600" algn="l" rtl="0" eaLnBrk="1" latinLnBrk="0" hangingPunct="1">
        <a:spcBef>
          <a:spcPct val="20000"/>
        </a:spcBef>
        <a:buClr>
          <a:schemeClr val="accent1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2377440" indent="-228600" algn="l" rtl="0" eaLnBrk="1" latinLnBrk="0" hangingPunct="1">
        <a:spcBef>
          <a:spcPct val="20000"/>
        </a:spcBef>
        <a:buClr>
          <a:schemeClr val="accent2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651760" indent="-228600" algn="l" rtl="0" eaLnBrk="1" latinLnBrk="0" hangingPunct="1">
        <a:spcBef>
          <a:spcPct val="20000"/>
        </a:spcBef>
        <a:buClr>
          <a:schemeClr val="accent3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2926080" indent="-228600" algn="l" rtl="0" eaLnBrk="1" latinLnBrk="0" hangingPunct="1">
        <a:spcBef>
          <a:spcPct val="20000"/>
        </a:spcBef>
        <a:buClr>
          <a:schemeClr val="accent4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447800" y="1981200"/>
            <a:ext cx="6477000" cy="1219200"/>
          </a:xfrm>
        </p:spPr>
        <p:txBody>
          <a:bodyPr/>
          <a:lstStyle/>
          <a:p>
            <a:pPr algn="ctr"/>
            <a:r>
              <a:rPr lang="en-US" dirty="0" smtClean="0"/>
              <a:t>ALTER Statement in SQL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19200" y="3124200"/>
            <a:ext cx="7010400" cy="990600"/>
          </a:xfrm>
        </p:spPr>
        <p:txBody>
          <a:bodyPr>
            <a:normAutofit/>
          </a:bodyPr>
          <a:lstStyle/>
          <a:p>
            <a:pPr algn="ctr"/>
            <a:r>
              <a:rPr lang="en-US" dirty="0" smtClean="0"/>
              <a:t> Adding, modifying, </a:t>
            </a:r>
            <a:r>
              <a:rPr lang="en-US" dirty="0" smtClean="0"/>
              <a:t>rename and </a:t>
            </a:r>
            <a:r>
              <a:rPr lang="en-US" dirty="0" smtClean="0"/>
              <a:t>dropping columns in a </a:t>
            </a:r>
            <a:r>
              <a:rPr lang="en-US" dirty="0" smtClean="0"/>
              <a:t>table also rename table 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 fontScale="92500"/>
          </a:bodyPr>
          <a:lstStyle/>
          <a:p>
            <a:r>
              <a:rPr lang="en-US" dirty="0" smtClean="0"/>
              <a:t>What is the ALTER statement?</a:t>
            </a:r>
          </a:p>
          <a:p>
            <a:pPr lvl="1"/>
            <a:r>
              <a:rPr lang="en-US" dirty="0" smtClean="0"/>
              <a:t>The ALTER statement is used to modify the structure of a table in SQL.</a:t>
            </a:r>
          </a:p>
          <a:p>
            <a:pPr lvl="1"/>
            <a:r>
              <a:rPr lang="en-US" dirty="0" smtClean="0"/>
              <a:t>It can be used to add, </a:t>
            </a:r>
            <a:r>
              <a:rPr lang="en-US" dirty="0" smtClean="0"/>
              <a:t>modify, </a:t>
            </a:r>
            <a:r>
              <a:rPr lang="en-US" dirty="0" err="1" smtClean="0"/>
              <a:t>raname</a:t>
            </a:r>
            <a:r>
              <a:rPr lang="en-US" dirty="0" smtClean="0"/>
              <a:t> </a:t>
            </a:r>
            <a:r>
              <a:rPr lang="en-US" dirty="0" smtClean="0"/>
              <a:t>or drop columns in a </a:t>
            </a:r>
            <a:r>
              <a:rPr lang="en-US" dirty="0" smtClean="0"/>
              <a:t>table and also rename table.</a:t>
            </a:r>
            <a:endParaRPr lang="en-US" dirty="0" smtClean="0"/>
          </a:p>
          <a:p>
            <a:pPr lvl="1"/>
            <a:r>
              <a:rPr lang="en-US" dirty="0" smtClean="0"/>
              <a:t>It can also be used to add or drop constraints on a table.</a:t>
            </a:r>
          </a:p>
          <a:p>
            <a:r>
              <a:rPr lang="en-US" dirty="0" smtClean="0"/>
              <a:t>Syntax of the ALTER TABLE statement:</a:t>
            </a:r>
          </a:p>
          <a:p>
            <a:pPr lvl="1"/>
            <a:r>
              <a:rPr lang="en-US" dirty="0" smtClean="0"/>
              <a:t>ALTER TABLE </a:t>
            </a:r>
            <a:r>
              <a:rPr lang="en-US" dirty="0" err="1" smtClean="0"/>
              <a:t>table_name</a:t>
            </a:r>
            <a:endParaRPr lang="en-US" dirty="0" smtClean="0"/>
          </a:p>
          <a:p>
            <a:pPr lvl="1"/>
            <a:r>
              <a:rPr lang="en-US" dirty="0" smtClean="0"/>
              <a:t>[ADD | MODIFY | </a:t>
            </a:r>
            <a:r>
              <a:rPr lang="en-US" dirty="0" smtClean="0"/>
              <a:t>DROP] </a:t>
            </a:r>
            <a:r>
              <a:rPr lang="en-US" dirty="0" err="1" smtClean="0"/>
              <a:t>column_name</a:t>
            </a:r>
            <a:r>
              <a:rPr lang="en-US" dirty="0" smtClean="0"/>
              <a:t> </a:t>
            </a:r>
            <a:r>
              <a:rPr lang="en-US" dirty="0" err="1" smtClean="0"/>
              <a:t>column_definition</a:t>
            </a:r>
            <a:endParaRPr lang="en-US" dirty="0" smtClean="0"/>
          </a:p>
          <a:p>
            <a:pPr lvl="1"/>
            <a:r>
              <a:rPr lang="en-US" dirty="0" smtClean="0"/>
              <a:t>[, </a:t>
            </a:r>
            <a:r>
              <a:rPr lang="en-US" dirty="0" err="1" smtClean="0"/>
              <a:t>column_name</a:t>
            </a:r>
            <a:r>
              <a:rPr lang="en-US" dirty="0" smtClean="0"/>
              <a:t> </a:t>
            </a:r>
            <a:r>
              <a:rPr lang="en-US" dirty="0" err="1" smtClean="0"/>
              <a:t>column_definition</a:t>
            </a:r>
            <a:r>
              <a:rPr lang="en-US" dirty="0" smtClean="0"/>
              <a:t>]...;</a:t>
            </a:r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 fontScale="62500" lnSpcReduction="20000"/>
          </a:bodyPr>
          <a:lstStyle/>
          <a:p>
            <a:r>
              <a:rPr lang="en-US" dirty="0" smtClean="0"/>
              <a:t>-- Add a new column to the table</a:t>
            </a:r>
          </a:p>
          <a:p>
            <a:r>
              <a:rPr lang="en-US" dirty="0" smtClean="0"/>
              <a:t>ALTER TABLE </a:t>
            </a:r>
            <a:r>
              <a:rPr lang="en-US" dirty="0" err="1" smtClean="0"/>
              <a:t>table_name</a:t>
            </a:r>
            <a:r>
              <a:rPr lang="en-US" dirty="0" smtClean="0"/>
              <a:t> ADD </a:t>
            </a:r>
            <a:r>
              <a:rPr lang="en-US" dirty="0" err="1" smtClean="0"/>
              <a:t>column_name</a:t>
            </a:r>
            <a:r>
              <a:rPr lang="en-US" dirty="0" smtClean="0"/>
              <a:t> </a:t>
            </a:r>
            <a:r>
              <a:rPr lang="en-US" dirty="0" err="1" smtClean="0"/>
              <a:t>column_definition</a:t>
            </a:r>
            <a:r>
              <a:rPr lang="en-US" dirty="0" smtClean="0"/>
              <a:t>;</a:t>
            </a:r>
          </a:p>
          <a:p>
            <a:endParaRPr lang="en-US" dirty="0" smtClean="0"/>
          </a:p>
          <a:p>
            <a:r>
              <a:rPr lang="en-US" dirty="0" smtClean="0"/>
              <a:t>-- Modify the definition of an existing column</a:t>
            </a:r>
          </a:p>
          <a:p>
            <a:r>
              <a:rPr lang="en-US" dirty="0" smtClean="0"/>
              <a:t>ALTER TABLE </a:t>
            </a:r>
            <a:r>
              <a:rPr lang="en-US" dirty="0" err="1" smtClean="0"/>
              <a:t>table_name</a:t>
            </a:r>
            <a:r>
              <a:rPr lang="en-US" dirty="0" smtClean="0"/>
              <a:t> MODIFY </a:t>
            </a:r>
            <a:r>
              <a:rPr lang="en-US" dirty="0" err="1" smtClean="0"/>
              <a:t>column_name</a:t>
            </a:r>
            <a:r>
              <a:rPr lang="en-US" dirty="0" smtClean="0"/>
              <a:t> </a:t>
            </a:r>
            <a:r>
              <a:rPr lang="en-US" dirty="0" err="1" smtClean="0"/>
              <a:t>column_definition</a:t>
            </a:r>
            <a:r>
              <a:rPr lang="en-US" dirty="0" smtClean="0"/>
              <a:t>;</a:t>
            </a:r>
          </a:p>
          <a:p>
            <a:endParaRPr lang="en-US" dirty="0" smtClean="0"/>
          </a:p>
          <a:p>
            <a:r>
              <a:rPr lang="en-US" dirty="0" smtClean="0"/>
              <a:t>--Rename column of an existing column</a:t>
            </a:r>
          </a:p>
          <a:p>
            <a:r>
              <a:rPr lang="en-US" dirty="0" smtClean="0"/>
              <a:t>ALTER </a:t>
            </a:r>
            <a:r>
              <a:rPr lang="en-US" dirty="0" smtClean="0"/>
              <a:t>TABLE </a:t>
            </a:r>
            <a:r>
              <a:rPr lang="en-US" dirty="0" err="1" smtClean="0"/>
              <a:t>table_name</a:t>
            </a:r>
            <a:r>
              <a:rPr lang="en-US" dirty="0" smtClean="0"/>
              <a:t> </a:t>
            </a:r>
            <a:r>
              <a:rPr lang="en-US" dirty="0" smtClean="0"/>
              <a:t>R</a:t>
            </a:r>
            <a:r>
              <a:rPr lang="en-US" dirty="0" smtClean="0"/>
              <a:t>ename COLUMN </a:t>
            </a:r>
            <a:r>
              <a:rPr lang="en-US" dirty="0" err="1" smtClean="0"/>
              <a:t>column_name</a:t>
            </a:r>
            <a:r>
              <a:rPr lang="en-US" dirty="0" smtClean="0"/>
              <a:t> to </a:t>
            </a:r>
            <a:r>
              <a:rPr lang="en-US" dirty="0" err="1" smtClean="0"/>
              <a:t>newname</a:t>
            </a:r>
            <a:r>
              <a:rPr lang="en-US" dirty="0" smtClean="0"/>
              <a:t>;</a:t>
            </a:r>
            <a:endParaRPr lang="en-US" dirty="0" smtClean="0"/>
          </a:p>
          <a:p>
            <a:endParaRPr lang="en-US" dirty="0" smtClean="0"/>
          </a:p>
          <a:p>
            <a:r>
              <a:rPr lang="en-US" dirty="0" smtClean="0"/>
              <a:t>--Rename table name </a:t>
            </a:r>
          </a:p>
          <a:p>
            <a:r>
              <a:rPr lang="en-US" dirty="0" smtClean="0"/>
              <a:t>ALTER TABLE </a:t>
            </a:r>
            <a:r>
              <a:rPr lang="en-US" dirty="0" err="1" smtClean="0"/>
              <a:t>table_name</a:t>
            </a:r>
            <a:r>
              <a:rPr lang="en-US" dirty="0" smtClean="0"/>
              <a:t> Rename to </a:t>
            </a:r>
            <a:r>
              <a:rPr lang="en-US" dirty="0" err="1" smtClean="0"/>
              <a:t>new_tablename</a:t>
            </a:r>
            <a:r>
              <a:rPr lang="en-US" dirty="0" smtClean="0"/>
              <a:t>;</a:t>
            </a:r>
            <a:endParaRPr lang="en-US" dirty="0" smtClean="0"/>
          </a:p>
          <a:p>
            <a:endParaRPr lang="en-US" dirty="0" smtClean="0"/>
          </a:p>
          <a:p>
            <a:r>
              <a:rPr lang="en-US" dirty="0" smtClean="0"/>
              <a:t>-- Drop a column from the table</a:t>
            </a:r>
          </a:p>
          <a:p>
            <a:r>
              <a:rPr lang="en-US" dirty="0" smtClean="0"/>
              <a:t>ALTER TABLE </a:t>
            </a:r>
            <a:r>
              <a:rPr lang="en-US" dirty="0" err="1" smtClean="0"/>
              <a:t>table_name</a:t>
            </a:r>
            <a:r>
              <a:rPr lang="en-US" dirty="0" smtClean="0"/>
              <a:t> DROP </a:t>
            </a:r>
            <a:r>
              <a:rPr lang="en-US" dirty="0" err="1" smtClean="0"/>
              <a:t>column_name</a:t>
            </a:r>
            <a:r>
              <a:rPr lang="en-US" dirty="0" smtClean="0"/>
              <a:t>;</a:t>
            </a:r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Constraints that can be added or dropped with the ALTER TABLE statement:</a:t>
            </a:r>
          </a:p>
          <a:p>
            <a:pPr lvl="1"/>
            <a:r>
              <a:rPr lang="en-US" dirty="0" smtClean="0"/>
              <a:t>Primary key constraints</a:t>
            </a:r>
          </a:p>
          <a:p>
            <a:pPr lvl="1"/>
            <a:r>
              <a:rPr lang="en-US" dirty="0" smtClean="0"/>
              <a:t>Foreign key constraints</a:t>
            </a:r>
          </a:p>
          <a:p>
            <a:pPr lvl="1"/>
            <a:r>
              <a:rPr lang="en-US" dirty="0" smtClean="0"/>
              <a:t>Check constraints</a:t>
            </a:r>
          </a:p>
          <a:p>
            <a:pPr lvl="1"/>
            <a:r>
              <a:rPr lang="en-US" dirty="0" smtClean="0"/>
              <a:t>Unique constraints</a:t>
            </a:r>
          </a:p>
          <a:p>
            <a:r>
              <a:rPr lang="en-US" dirty="0" smtClean="0"/>
              <a:t>Limitations of the ALTER TABLE statement:</a:t>
            </a:r>
          </a:p>
          <a:p>
            <a:pPr lvl="1"/>
            <a:r>
              <a:rPr lang="en-US" dirty="0" smtClean="0"/>
              <a:t>The </a:t>
            </a:r>
            <a:r>
              <a:rPr lang="en-US" dirty="0" smtClean="0"/>
              <a:t>ALTER TABLE statement cannot be used to change the data type of a column if there is data in the column.</a:t>
            </a:r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Media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Median">
      <a:majorFont>
        <a:latin typeface="Tw Cen MT"/>
        <a:ea typeface=""/>
        <a:cs typeface=""/>
        <a:font script="Grek" typeface="Calibri"/>
        <a:font script="Cyrl" typeface="Calibri"/>
        <a:font script="Jpan" typeface="HGPｺﾞｼｯｸE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Tw Cen MT"/>
        <a:ea typeface=""/>
        <a:cs typeface=""/>
        <a:font script="Grek" typeface="Calibri"/>
        <a:font script="Cyrl" typeface="Calibri"/>
        <a:font script="Jpan" typeface="HGPｺﾞｼｯｸE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inorFont>
    </a:fontScheme>
    <a:fmtScheme name="Median">
      <a:fillStyleLst>
        <a:solidFill>
          <a:schemeClr val="phClr"/>
        </a:solidFill>
        <a:solidFill>
          <a:schemeClr val="phClr">
            <a:tint val="50000"/>
          </a:schemeClr>
        </a:solidFill>
        <a:solidFill>
          <a:schemeClr val="phClr"/>
        </a:solidFill>
      </a:fillStyleLst>
      <a:lnStyleLst>
        <a:ln w="100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47625" cap="flat" cmpd="dbl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  <a:scene3d>
            <a:camera prst="isometricTopDown" fov="0">
              <a:rot lat="0" lon="0" rev="0"/>
            </a:camera>
            <a:lightRig rig="balanced" dir="t">
              <a:rot lat="0" lon="0" rev="13800000"/>
            </a:lightRig>
          </a:scene3d>
          <a:sp3d extrusionH="12700" prstMaterial="plastic">
            <a:bevelT w="38100" h="25400" prst="softRound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shade val="90000"/>
                <a:satMod val="140000"/>
              </a:schemeClr>
              <a:schemeClr val="phClr">
                <a:satMod val="120000"/>
              </a:schemeClr>
            </a:duotone>
          </a:blip>
          <a:tile tx="0" ty="0" sx="100000" sy="100000" flip="none" algn="tl"/>
        </a:blipFill>
        <a:blipFill>
          <a:blip xmlns:r="http://schemas.openxmlformats.org/officeDocument/2006/relationships" r:embed="rId2">
            <a:duotone>
              <a:schemeClr val="phClr">
                <a:shade val="90000"/>
                <a:satMod val="140000"/>
              </a:schemeClr>
              <a:schemeClr val="phClr">
                <a:satMod val="120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Median</Template>
  <TotalTime>49</TotalTime>
  <Words>206</Words>
  <Application>Microsoft Office PowerPoint</Application>
  <PresentationFormat>On-screen Show (4:3)</PresentationFormat>
  <Paragraphs>31</Paragraphs>
  <Slides>4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5" baseType="lpstr">
      <vt:lpstr>Median</vt:lpstr>
      <vt:lpstr>ALTER Statement in SQL</vt:lpstr>
      <vt:lpstr>Slide 2</vt:lpstr>
      <vt:lpstr>Slide 3</vt:lpstr>
      <vt:lpstr>Slide 4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ALTER Statement in SQL</dc:title>
  <dc:creator>jjsir</dc:creator>
  <cp:lastModifiedBy>jjsir</cp:lastModifiedBy>
  <cp:revision>48</cp:revision>
  <dcterms:created xsi:type="dcterms:W3CDTF">2023-06-25T06:22:19Z</dcterms:created>
  <dcterms:modified xsi:type="dcterms:W3CDTF">2023-06-25T07:11:21Z</dcterms:modified>
</cp:coreProperties>
</file>